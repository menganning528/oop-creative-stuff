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83" r:id="rId2"/>
    <p:sldId id="282" r:id="rId3"/>
    <p:sldId id="540" r:id="rId4"/>
    <p:sldId id="541" r:id="rId5"/>
    <p:sldId id="542" r:id="rId6"/>
    <p:sldId id="543" r:id="rId7"/>
    <p:sldId id="544" r:id="rId8"/>
    <p:sldId id="28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2D5DC"/>
    <a:srgbClr val="ECEDF0"/>
    <a:srgbClr val="727584"/>
    <a:srgbClr val="0B2D50"/>
    <a:srgbClr val="E7E8ED"/>
    <a:srgbClr val="F2F2F2"/>
    <a:srgbClr val="525253"/>
    <a:srgbClr val="D3D6DB"/>
    <a:srgbClr val="2A8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0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D29BC1-E65B-4FA5-9B54-104CD46ED5FB}" type="doc">
      <dgm:prSet loTypeId="urn:microsoft.com/office/officeart/2005/8/layout/orgChart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34F9B4E-C091-4300-A662-48CD07DBDC81}">
      <dgm:prSet phldrT="[Текст]" custT="1"/>
      <dgm:spPr/>
      <dgm:t>
        <a:bodyPr/>
        <a:lstStyle/>
        <a:p>
          <a:r>
            <a:rPr lang="ru-RU" sz="1600" b="1" dirty="0">
              <a:latin typeface="+mn-lt"/>
            </a:rPr>
            <a:t>Создать</a:t>
          </a:r>
          <a:r>
            <a:rPr lang="en-US" sz="1600" b="1" dirty="0">
              <a:latin typeface="+mn-lt"/>
            </a:rPr>
            <a:t> </a:t>
          </a:r>
          <a:r>
            <a:rPr lang="ru-RU" sz="1600" b="1" dirty="0">
              <a:latin typeface="+mn-lt"/>
            </a:rPr>
            <a:t>консольное приложение </a:t>
          </a:r>
        </a:p>
        <a:p>
          <a:r>
            <a:rPr lang="en-US" sz="1600" b="1" u="sng" dirty="0">
              <a:latin typeface="+mn-lt"/>
            </a:rPr>
            <a:t>Task</a:t>
          </a:r>
          <a:r>
            <a:rPr lang="ru-RU" sz="1600" b="1" u="sng" dirty="0">
              <a:latin typeface="+mn-lt"/>
            </a:rPr>
            <a:t> </a:t>
          </a:r>
          <a:r>
            <a:rPr lang="en-US" sz="1600" b="1" u="sng" dirty="0">
              <a:latin typeface="+mn-lt"/>
            </a:rPr>
            <a:t>Tracker</a:t>
          </a:r>
          <a:endParaRPr lang="ru-RU" sz="1600" b="1" u="sng" dirty="0">
            <a:latin typeface="+mn-lt"/>
          </a:endParaRPr>
        </a:p>
      </dgm:t>
    </dgm:pt>
    <dgm:pt modelId="{213C1B97-85B9-4FF9-A969-D0B2C3AF4B61}" type="parTrans" cxnId="{01024519-D1B1-47C2-A55E-4E2508EAA994}">
      <dgm:prSet/>
      <dgm:spPr/>
      <dgm:t>
        <a:bodyPr/>
        <a:lstStyle/>
        <a:p>
          <a:endParaRPr lang="ru-RU"/>
        </a:p>
      </dgm:t>
    </dgm:pt>
    <dgm:pt modelId="{2B5AACD8-6A22-44B2-82F2-0BA1CE533544}" type="sibTrans" cxnId="{01024519-D1B1-47C2-A55E-4E2508EAA994}">
      <dgm:prSet/>
      <dgm:spPr/>
      <dgm:t>
        <a:bodyPr/>
        <a:lstStyle/>
        <a:p>
          <a:endParaRPr lang="ru-RU"/>
        </a:p>
      </dgm:t>
    </dgm:pt>
    <dgm:pt modelId="{6E5AECA9-C6AB-41D2-A79F-D8C524B570E7}">
      <dgm:prSet phldrT="[Текст]"/>
      <dgm:spPr/>
      <dgm:t>
        <a:bodyPr/>
        <a:lstStyle/>
        <a:p>
          <a:r>
            <a:rPr lang="ru-RU" b="1" dirty="0"/>
            <a:t>Реализация объектной модели классов</a:t>
          </a:r>
          <a:endParaRPr lang="ru-RU" dirty="0"/>
        </a:p>
      </dgm:t>
    </dgm:pt>
    <dgm:pt modelId="{6EAB4941-134B-44B7-A18F-7316E0C8F311}" type="parTrans" cxnId="{915A5F5A-1C17-4CF0-AA64-963348A3A27A}">
      <dgm:prSet/>
      <dgm:spPr/>
      <dgm:t>
        <a:bodyPr/>
        <a:lstStyle/>
        <a:p>
          <a:endParaRPr lang="ru-RU"/>
        </a:p>
      </dgm:t>
    </dgm:pt>
    <dgm:pt modelId="{C2B30A4C-D8DE-43BE-831C-AD2A08214E4A}" type="sibTrans" cxnId="{915A5F5A-1C17-4CF0-AA64-963348A3A27A}">
      <dgm:prSet/>
      <dgm:spPr/>
      <dgm:t>
        <a:bodyPr/>
        <a:lstStyle/>
        <a:p>
          <a:endParaRPr lang="ru-RU"/>
        </a:p>
      </dgm:t>
    </dgm:pt>
    <dgm:pt modelId="{08966055-734E-4817-BE17-753FCD5EE018}">
      <dgm:prSet phldrT="[Текст]"/>
      <dgm:spPr/>
      <dgm:t>
        <a:bodyPr/>
        <a:lstStyle/>
        <a:p>
          <a:r>
            <a:rPr lang="ru-RU" b="1" dirty="0"/>
            <a:t>Реализация</a:t>
          </a:r>
          <a:r>
            <a:rPr lang="ru-RU" b="1" baseline="0" dirty="0"/>
            <a:t> полиморфизма</a:t>
          </a:r>
          <a:endParaRPr lang="ru-RU" b="1" dirty="0"/>
        </a:p>
      </dgm:t>
    </dgm:pt>
    <dgm:pt modelId="{598CAA6A-7615-4444-AD79-DD37CFB5AD3A}" type="parTrans" cxnId="{84FD22EE-600A-4D90-BE68-05DA2296D156}">
      <dgm:prSet/>
      <dgm:spPr/>
      <dgm:t>
        <a:bodyPr/>
        <a:lstStyle/>
        <a:p>
          <a:endParaRPr lang="ru-RU"/>
        </a:p>
      </dgm:t>
    </dgm:pt>
    <dgm:pt modelId="{95A9723D-CBEB-4B4B-BB13-4E83A095E6A5}" type="sibTrans" cxnId="{84FD22EE-600A-4D90-BE68-05DA2296D156}">
      <dgm:prSet/>
      <dgm:spPr/>
      <dgm:t>
        <a:bodyPr/>
        <a:lstStyle/>
        <a:p>
          <a:endParaRPr lang="ru-RU"/>
        </a:p>
      </dgm:t>
    </dgm:pt>
    <dgm:pt modelId="{B12E9EBC-0E00-4278-B430-06E0BAAE2096}">
      <dgm:prSet phldrT="[Текст]"/>
      <dgm:spPr/>
      <dgm:t>
        <a:bodyPr/>
        <a:lstStyle/>
        <a:p>
          <a:r>
            <a:rPr lang="ru-RU" b="1" dirty="0"/>
            <a:t>Реализация жизненного цикла задачи</a:t>
          </a:r>
          <a:endParaRPr lang="ru-RU" dirty="0"/>
        </a:p>
      </dgm:t>
    </dgm:pt>
    <dgm:pt modelId="{D46509FB-2A27-4ADB-892E-17039F0BDD7A}" type="parTrans" cxnId="{3552B04B-F060-453A-8C6B-DD856FD97228}">
      <dgm:prSet/>
      <dgm:spPr/>
      <dgm:t>
        <a:bodyPr/>
        <a:lstStyle/>
        <a:p>
          <a:endParaRPr lang="ru-RU"/>
        </a:p>
      </dgm:t>
    </dgm:pt>
    <dgm:pt modelId="{8C6DCE1D-EEE9-4A5F-8F89-123254F97157}" type="sibTrans" cxnId="{3552B04B-F060-453A-8C6B-DD856FD97228}">
      <dgm:prSet/>
      <dgm:spPr/>
      <dgm:t>
        <a:bodyPr/>
        <a:lstStyle/>
        <a:p>
          <a:endParaRPr lang="ru-RU"/>
        </a:p>
      </dgm:t>
    </dgm:pt>
    <dgm:pt modelId="{5E1B2F58-7443-4E7D-8D7E-B5F6D5AEE46F}">
      <dgm:prSet/>
      <dgm:spPr/>
      <dgm:t>
        <a:bodyPr/>
        <a:lstStyle/>
        <a:p>
          <a:r>
            <a:rPr lang="ru-RU" b="1" dirty="0"/>
            <a:t>Реализация пользовательского интерфейса</a:t>
          </a:r>
        </a:p>
      </dgm:t>
    </dgm:pt>
    <dgm:pt modelId="{C7350DAA-2C10-4632-BBB3-0DA513C9E3CC}" type="parTrans" cxnId="{3D147AF8-FDAA-431C-A529-D1E5736B7D88}">
      <dgm:prSet/>
      <dgm:spPr/>
      <dgm:t>
        <a:bodyPr/>
        <a:lstStyle/>
        <a:p>
          <a:endParaRPr lang="ru-RU"/>
        </a:p>
      </dgm:t>
    </dgm:pt>
    <dgm:pt modelId="{53E2C334-BEF4-4518-883E-47A4F8776477}" type="sibTrans" cxnId="{3D147AF8-FDAA-431C-A529-D1E5736B7D88}">
      <dgm:prSet/>
      <dgm:spPr/>
      <dgm:t>
        <a:bodyPr/>
        <a:lstStyle/>
        <a:p>
          <a:endParaRPr lang="ru-RU"/>
        </a:p>
      </dgm:t>
    </dgm:pt>
    <dgm:pt modelId="{307C906F-EC38-4677-B940-7DEBE9B6C4AE}" type="pres">
      <dgm:prSet presAssocID="{0FD29BC1-E65B-4FA5-9B54-104CD46ED5F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424E718-7128-4F1A-B2FE-ED3701D73A16}" type="pres">
      <dgm:prSet presAssocID="{034F9B4E-C091-4300-A662-48CD07DBDC81}" presName="hierRoot1" presStyleCnt="0">
        <dgm:presLayoutVars>
          <dgm:hierBranch val="init"/>
        </dgm:presLayoutVars>
      </dgm:prSet>
      <dgm:spPr/>
    </dgm:pt>
    <dgm:pt modelId="{1814AB12-7966-4DBD-AFE9-EFA50E71518C}" type="pres">
      <dgm:prSet presAssocID="{034F9B4E-C091-4300-A662-48CD07DBDC81}" presName="rootComposite1" presStyleCnt="0"/>
      <dgm:spPr/>
    </dgm:pt>
    <dgm:pt modelId="{58BA35FC-0062-4422-AFBB-9F84D957EB89}" type="pres">
      <dgm:prSet presAssocID="{034F9B4E-C091-4300-A662-48CD07DBDC81}" presName="rootText1" presStyleLbl="node0" presStyleIdx="0" presStyleCnt="1">
        <dgm:presLayoutVars>
          <dgm:chPref val="3"/>
        </dgm:presLayoutVars>
      </dgm:prSet>
      <dgm:spPr/>
    </dgm:pt>
    <dgm:pt modelId="{BB6DA0AA-9483-4067-8AB9-D651062F7A9A}" type="pres">
      <dgm:prSet presAssocID="{034F9B4E-C091-4300-A662-48CD07DBDC81}" presName="rootConnector1" presStyleLbl="node1" presStyleIdx="0" presStyleCnt="0"/>
      <dgm:spPr/>
    </dgm:pt>
    <dgm:pt modelId="{FC920BCF-0B1E-455C-BE90-1FCD08F39D75}" type="pres">
      <dgm:prSet presAssocID="{034F9B4E-C091-4300-A662-48CD07DBDC81}" presName="hierChild2" presStyleCnt="0"/>
      <dgm:spPr/>
    </dgm:pt>
    <dgm:pt modelId="{01B44C97-A7B9-40C9-B9F7-C787B9DA17C6}" type="pres">
      <dgm:prSet presAssocID="{6EAB4941-134B-44B7-A18F-7316E0C8F311}" presName="Name37" presStyleLbl="parChTrans1D2" presStyleIdx="0" presStyleCnt="4"/>
      <dgm:spPr/>
    </dgm:pt>
    <dgm:pt modelId="{7B732EF5-2708-4C42-9802-D3AC266174FD}" type="pres">
      <dgm:prSet presAssocID="{6E5AECA9-C6AB-41D2-A79F-D8C524B570E7}" presName="hierRoot2" presStyleCnt="0">
        <dgm:presLayoutVars>
          <dgm:hierBranch val="init"/>
        </dgm:presLayoutVars>
      </dgm:prSet>
      <dgm:spPr/>
    </dgm:pt>
    <dgm:pt modelId="{5AA25794-E8EB-4741-BE8A-74DEE21182EB}" type="pres">
      <dgm:prSet presAssocID="{6E5AECA9-C6AB-41D2-A79F-D8C524B570E7}" presName="rootComposite" presStyleCnt="0"/>
      <dgm:spPr/>
    </dgm:pt>
    <dgm:pt modelId="{A1E8B1B0-78F2-4D2C-BAA8-C64A8A4AAF46}" type="pres">
      <dgm:prSet presAssocID="{6E5AECA9-C6AB-41D2-A79F-D8C524B570E7}" presName="rootText" presStyleLbl="node2" presStyleIdx="0" presStyleCnt="4">
        <dgm:presLayoutVars>
          <dgm:chPref val="3"/>
        </dgm:presLayoutVars>
      </dgm:prSet>
      <dgm:spPr/>
    </dgm:pt>
    <dgm:pt modelId="{28EA0F40-4C2E-4E1D-BC3F-5BDE5C1BCAC7}" type="pres">
      <dgm:prSet presAssocID="{6E5AECA9-C6AB-41D2-A79F-D8C524B570E7}" presName="rootConnector" presStyleLbl="node2" presStyleIdx="0" presStyleCnt="4"/>
      <dgm:spPr/>
    </dgm:pt>
    <dgm:pt modelId="{FC4554DA-3CC8-4BEB-BE3A-59A6CC9EE916}" type="pres">
      <dgm:prSet presAssocID="{6E5AECA9-C6AB-41D2-A79F-D8C524B570E7}" presName="hierChild4" presStyleCnt="0"/>
      <dgm:spPr/>
    </dgm:pt>
    <dgm:pt modelId="{650A3548-B021-4592-93D9-9A21DC87FA51}" type="pres">
      <dgm:prSet presAssocID="{6E5AECA9-C6AB-41D2-A79F-D8C524B570E7}" presName="hierChild5" presStyleCnt="0"/>
      <dgm:spPr/>
    </dgm:pt>
    <dgm:pt modelId="{13A3C2CB-4F63-4924-B8B7-53D628362106}" type="pres">
      <dgm:prSet presAssocID="{598CAA6A-7615-4444-AD79-DD37CFB5AD3A}" presName="Name37" presStyleLbl="parChTrans1D2" presStyleIdx="1" presStyleCnt="4"/>
      <dgm:spPr/>
    </dgm:pt>
    <dgm:pt modelId="{40E318FF-3579-4638-8B9D-40F8352A2914}" type="pres">
      <dgm:prSet presAssocID="{08966055-734E-4817-BE17-753FCD5EE018}" presName="hierRoot2" presStyleCnt="0">
        <dgm:presLayoutVars>
          <dgm:hierBranch val="init"/>
        </dgm:presLayoutVars>
      </dgm:prSet>
      <dgm:spPr/>
    </dgm:pt>
    <dgm:pt modelId="{5AD655CE-8DF5-4A0B-872D-40E4D1BAFAB5}" type="pres">
      <dgm:prSet presAssocID="{08966055-734E-4817-BE17-753FCD5EE018}" presName="rootComposite" presStyleCnt="0"/>
      <dgm:spPr/>
    </dgm:pt>
    <dgm:pt modelId="{043477AC-6839-4544-98FB-D4F38034017A}" type="pres">
      <dgm:prSet presAssocID="{08966055-734E-4817-BE17-753FCD5EE018}" presName="rootText" presStyleLbl="node2" presStyleIdx="1" presStyleCnt="4">
        <dgm:presLayoutVars>
          <dgm:chPref val="3"/>
        </dgm:presLayoutVars>
      </dgm:prSet>
      <dgm:spPr/>
    </dgm:pt>
    <dgm:pt modelId="{11B50CDB-16D5-4BFF-8956-C183980F475B}" type="pres">
      <dgm:prSet presAssocID="{08966055-734E-4817-BE17-753FCD5EE018}" presName="rootConnector" presStyleLbl="node2" presStyleIdx="1" presStyleCnt="4"/>
      <dgm:spPr/>
    </dgm:pt>
    <dgm:pt modelId="{46C525D1-A9E5-4DCE-A91A-DEBCD02E54B1}" type="pres">
      <dgm:prSet presAssocID="{08966055-734E-4817-BE17-753FCD5EE018}" presName="hierChild4" presStyleCnt="0"/>
      <dgm:spPr/>
    </dgm:pt>
    <dgm:pt modelId="{9126363F-0B87-4E5D-8EB9-1E3AAF4BA3FF}" type="pres">
      <dgm:prSet presAssocID="{08966055-734E-4817-BE17-753FCD5EE018}" presName="hierChild5" presStyleCnt="0"/>
      <dgm:spPr/>
    </dgm:pt>
    <dgm:pt modelId="{420F5DFF-42C8-4FC3-8143-61C46AC04D31}" type="pres">
      <dgm:prSet presAssocID="{D46509FB-2A27-4ADB-892E-17039F0BDD7A}" presName="Name37" presStyleLbl="parChTrans1D2" presStyleIdx="2" presStyleCnt="4"/>
      <dgm:spPr/>
    </dgm:pt>
    <dgm:pt modelId="{E4E3BBA3-EC87-4D3B-BDF4-0982D3CD90AF}" type="pres">
      <dgm:prSet presAssocID="{B12E9EBC-0E00-4278-B430-06E0BAAE2096}" presName="hierRoot2" presStyleCnt="0">
        <dgm:presLayoutVars>
          <dgm:hierBranch val="init"/>
        </dgm:presLayoutVars>
      </dgm:prSet>
      <dgm:spPr/>
    </dgm:pt>
    <dgm:pt modelId="{C4F58AAB-A337-4718-9EA6-5DFC37C3FEDA}" type="pres">
      <dgm:prSet presAssocID="{B12E9EBC-0E00-4278-B430-06E0BAAE2096}" presName="rootComposite" presStyleCnt="0"/>
      <dgm:spPr/>
    </dgm:pt>
    <dgm:pt modelId="{0FB679ED-4AB1-4ECB-A337-08D915F48141}" type="pres">
      <dgm:prSet presAssocID="{B12E9EBC-0E00-4278-B430-06E0BAAE2096}" presName="rootText" presStyleLbl="node2" presStyleIdx="2" presStyleCnt="4">
        <dgm:presLayoutVars>
          <dgm:chPref val="3"/>
        </dgm:presLayoutVars>
      </dgm:prSet>
      <dgm:spPr/>
    </dgm:pt>
    <dgm:pt modelId="{2D227CF4-82C2-40B7-990B-38A44D024256}" type="pres">
      <dgm:prSet presAssocID="{B12E9EBC-0E00-4278-B430-06E0BAAE2096}" presName="rootConnector" presStyleLbl="node2" presStyleIdx="2" presStyleCnt="4"/>
      <dgm:spPr/>
    </dgm:pt>
    <dgm:pt modelId="{FE4F6168-3AAE-443E-AB12-7D48ED683756}" type="pres">
      <dgm:prSet presAssocID="{B12E9EBC-0E00-4278-B430-06E0BAAE2096}" presName="hierChild4" presStyleCnt="0"/>
      <dgm:spPr/>
    </dgm:pt>
    <dgm:pt modelId="{5A67903B-45F2-4931-8159-C77EC3BEEA0D}" type="pres">
      <dgm:prSet presAssocID="{B12E9EBC-0E00-4278-B430-06E0BAAE2096}" presName="hierChild5" presStyleCnt="0"/>
      <dgm:spPr/>
    </dgm:pt>
    <dgm:pt modelId="{4BDF5D85-C803-4245-8006-AAA4FEF4E323}" type="pres">
      <dgm:prSet presAssocID="{C7350DAA-2C10-4632-BBB3-0DA513C9E3CC}" presName="Name37" presStyleLbl="parChTrans1D2" presStyleIdx="3" presStyleCnt="4"/>
      <dgm:spPr/>
    </dgm:pt>
    <dgm:pt modelId="{10BB1A61-5AB2-456F-82DB-2D0246B31401}" type="pres">
      <dgm:prSet presAssocID="{5E1B2F58-7443-4E7D-8D7E-B5F6D5AEE46F}" presName="hierRoot2" presStyleCnt="0">
        <dgm:presLayoutVars>
          <dgm:hierBranch val="init"/>
        </dgm:presLayoutVars>
      </dgm:prSet>
      <dgm:spPr/>
    </dgm:pt>
    <dgm:pt modelId="{38262887-DBEC-4FA0-93E0-3508112913F8}" type="pres">
      <dgm:prSet presAssocID="{5E1B2F58-7443-4E7D-8D7E-B5F6D5AEE46F}" presName="rootComposite" presStyleCnt="0"/>
      <dgm:spPr/>
    </dgm:pt>
    <dgm:pt modelId="{04BDB4BA-7C53-4294-B833-C9A64F7CC4CC}" type="pres">
      <dgm:prSet presAssocID="{5E1B2F58-7443-4E7D-8D7E-B5F6D5AEE46F}" presName="rootText" presStyleLbl="node2" presStyleIdx="3" presStyleCnt="4">
        <dgm:presLayoutVars>
          <dgm:chPref val="3"/>
        </dgm:presLayoutVars>
      </dgm:prSet>
      <dgm:spPr/>
    </dgm:pt>
    <dgm:pt modelId="{7C688D89-0317-4DFF-920D-D28961388A42}" type="pres">
      <dgm:prSet presAssocID="{5E1B2F58-7443-4E7D-8D7E-B5F6D5AEE46F}" presName="rootConnector" presStyleLbl="node2" presStyleIdx="3" presStyleCnt="4"/>
      <dgm:spPr/>
    </dgm:pt>
    <dgm:pt modelId="{58F3F532-DE30-4330-B3C1-A79D686F5C0D}" type="pres">
      <dgm:prSet presAssocID="{5E1B2F58-7443-4E7D-8D7E-B5F6D5AEE46F}" presName="hierChild4" presStyleCnt="0"/>
      <dgm:spPr/>
    </dgm:pt>
    <dgm:pt modelId="{EED339D4-C326-4488-918A-855BAD646DC6}" type="pres">
      <dgm:prSet presAssocID="{5E1B2F58-7443-4E7D-8D7E-B5F6D5AEE46F}" presName="hierChild5" presStyleCnt="0"/>
      <dgm:spPr/>
    </dgm:pt>
    <dgm:pt modelId="{A098EECA-6EB5-4B1B-910C-A779D8F299E2}" type="pres">
      <dgm:prSet presAssocID="{034F9B4E-C091-4300-A662-48CD07DBDC81}" presName="hierChild3" presStyleCnt="0"/>
      <dgm:spPr/>
    </dgm:pt>
  </dgm:ptLst>
  <dgm:cxnLst>
    <dgm:cxn modelId="{7A1E5F04-786E-48E0-92AD-21B38B50284F}" type="presOf" srcId="{6EAB4941-134B-44B7-A18F-7316E0C8F311}" destId="{01B44C97-A7B9-40C9-B9F7-C787B9DA17C6}" srcOrd="0" destOrd="0" presId="urn:microsoft.com/office/officeart/2005/8/layout/orgChart1"/>
    <dgm:cxn modelId="{884F6F05-9B11-426E-9C7F-DA3673BC4930}" type="presOf" srcId="{034F9B4E-C091-4300-A662-48CD07DBDC81}" destId="{BB6DA0AA-9483-4067-8AB9-D651062F7A9A}" srcOrd="1" destOrd="0" presId="urn:microsoft.com/office/officeart/2005/8/layout/orgChart1"/>
    <dgm:cxn modelId="{01024519-D1B1-47C2-A55E-4E2508EAA994}" srcId="{0FD29BC1-E65B-4FA5-9B54-104CD46ED5FB}" destId="{034F9B4E-C091-4300-A662-48CD07DBDC81}" srcOrd="0" destOrd="0" parTransId="{213C1B97-85B9-4FF9-A969-D0B2C3AF4B61}" sibTransId="{2B5AACD8-6A22-44B2-82F2-0BA1CE533544}"/>
    <dgm:cxn modelId="{6A1B0C1F-9C56-49A1-AB04-ED1C9EC101F3}" type="presOf" srcId="{08966055-734E-4817-BE17-753FCD5EE018}" destId="{043477AC-6839-4544-98FB-D4F38034017A}" srcOrd="0" destOrd="0" presId="urn:microsoft.com/office/officeart/2005/8/layout/orgChart1"/>
    <dgm:cxn modelId="{5D69C137-0A87-4FE6-8E5B-5B9E4F2942E7}" type="presOf" srcId="{598CAA6A-7615-4444-AD79-DD37CFB5AD3A}" destId="{13A3C2CB-4F63-4924-B8B7-53D628362106}" srcOrd="0" destOrd="0" presId="urn:microsoft.com/office/officeart/2005/8/layout/orgChart1"/>
    <dgm:cxn modelId="{4742CB3F-F052-498F-9630-9F3E86349A79}" type="presOf" srcId="{D46509FB-2A27-4ADB-892E-17039F0BDD7A}" destId="{420F5DFF-42C8-4FC3-8143-61C46AC04D31}" srcOrd="0" destOrd="0" presId="urn:microsoft.com/office/officeart/2005/8/layout/orgChart1"/>
    <dgm:cxn modelId="{8EE06E5B-96CD-408C-80C4-6A3931147A75}" type="presOf" srcId="{B12E9EBC-0E00-4278-B430-06E0BAAE2096}" destId="{0FB679ED-4AB1-4ECB-A337-08D915F48141}" srcOrd="0" destOrd="0" presId="urn:microsoft.com/office/officeart/2005/8/layout/orgChart1"/>
    <dgm:cxn modelId="{48962E6A-F137-40AB-B466-CDEAC793C49E}" type="presOf" srcId="{B12E9EBC-0E00-4278-B430-06E0BAAE2096}" destId="{2D227CF4-82C2-40B7-990B-38A44D024256}" srcOrd="1" destOrd="0" presId="urn:microsoft.com/office/officeart/2005/8/layout/orgChart1"/>
    <dgm:cxn modelId="{3552B04B-F060-453A-8C6B-DD856FD97228}" srcId="{034F9B4E-C091-4300-A662-48CD07DBDC81}" destId="{B12E9EBC-0E00-4278-B430-06E0BAAE2096}" srcOrd="2" destOrd="0" parTransId="{D46509FB-2A27-4ADB-892E-17039F0BDD7A}" sibTransId="{8C6DCE1D-EEE9-4A5F-8F89-123254F97157}"/>
    <dgm:cxn modelId="{D021D14F-955A-4686-81C5-A7A6ECC3B136}" type="presOf" srcId="{6E5AECA9-C6AB-41D2-A79F-D8C524B570E7}" destId="{A1E8B1B0-78F2-4D2C-BAA8-C64A8A4AAF46}" srcOrd="0" destOrd="0" presId="urn:microsoft.com/office/officeart/2005/8/layout/orgChart1"/>
    <dgm:cxn modelId="{ED706650-FA13-4D57-A939-C9643EF0174F}" type="presOf" srcId="{5E1B2F58-7443-4E7D-8D7E-B5F6D5AEE46F}" destId="{04BDB4BA-7C53-4294-B833-C9A64F7CC4CC}" srcOrd="0" destOrd="0" presId="urn:microsoft.com/office/officeart/2005/8/layout/orgChart1"/>
    <dgm:cxn modelId="{3E85A154-719E-4692-AD01-E3269243B240}" type="presOf" srcId="{5E1B2F58-7443-4E7D-8D7E-B5F6D5AEE46F}" destId="{7C688D89-0317-4DFF-920D-D28961388A42}" srcOrd="1" destOrd="0" presId="urn:microsoft.com/office/officeart/2005/8/layout/orgChart1"/>
    <dgm:cxn modelId="{7660BE77-0AD1-4F55-9A4E-ED69BB8F0811}" type="presOf" srcId="{0FD29BC1-E65B-4FA5-9B54-104CD46ED5FB}" destId="{307C906F-EC38-4677-B940-7DEBE9B6C4AE}" srcOrd="0" destOrd="0" presId="urn:microsoft.com/office/officeart/2005/8/layout/orgChart1"/>
    <dgm:cxn modelId="{915A5F5A-1C17-4CF0-AA64-963348A3A27A}" srcId="{034F9B4E-C091-4300-A662-48CD07DBDC81}" destId="{6E5AECA9-C6AB-41D2-A79F-D8C524B570E7}" srcOrd="0" destOrd="0" parTransId="{6EAB4941-134B-44B7-A18F-7316E0C8F311}" sibTransId="{C2B30A4C-D8DE-43BE-831C-AD2A08214E4A}"/>
    <dgm:cxn modelId="{CE527D7E-319B-41F1-A63B-C21B2BA58860}" type="presOf" srcId="{08966055-734E-4817-BE17-753FCD5EE018}" destId="{11B50CDB-16D5-4BFF-8956-C183980F475B}" srcOrd="1" destOrd="0" presId="urn:microsoft.com/office/officeart/2005/8/layout/orgChart1"/>
    <dgm:cxn modelId="{72E8B09F-9C32-43C1-9A2A-B9EA4BD89C71}" type="presOf" srcId="{C7350DAA-2C10-4632-BBB3-0DA513C9E3CC}" destId="{4BDF5D85-C803-4245-8006-AAA4FEF4E323}" srcOrd="0" destOrd="0" presId="urn:microsoft.com/office/officeart/2005/8/layout/orgChart1"/>
    <dgm:cxn modelId="{CDE6F4A8-F32C-47A7-A283-07063C29BBA6}" type="presOf" srcId="{034F9B4E-C091-4300-A662-48CD07DBDC81}" destId="{58BA35FC-0062-4422-AFBB-9F84D957EB89}" srcOrd="0" destOrd="0" presId="urn:microsoft.com/office/officeart/2005/8/layout/orgChart1"/>
    <dgm:cxn modelId="{1E8F36BF-1861-4FD3-A7CE-48855C391559}" type="presOf" srcId="{6E5AECA9-C6AB-41D2-A79F-D8C524B570E7}" destId="{28EA0F40-4C2E-4E1D-BC3F-5BDE5C1BCAC7}" srcOrd="1" destOrd="0" presId="urn:microsoft.com/office/officeart/2005/8/layout/orgChart1"/>
    <dgm:cxn modelId="{84FD22EE-600A-4D90-BE68-05DA2296D156}" srcId="{034F9B4E-C091-4300-A662-48CD07DBDC81}" destId="{08966055-734E-4817-BE17-753FCD5EE018}" srcOrd="1" destOrd="0" parTransId="{598CAA6A-7615-4444-AD79-DD37CFB5AD3A}" sibTransId="{95A9723D-CBEB-4B4B-BB13-4E83A095E6A5}"/>
    <dgm:cxn modelId="{3D147AF8-FDAA-431C-A529-D1E5736B7D88}" srcId="{034F9B4E-C091-4300-A662-48CD07DBDC81}" destId="{5E1B2F58-7443-4E7D-8D7E-B5F6D5AEE46F}" srcOrd="3" destOrd="0" parTransId="{C7350DAA-2C10-4632-BBB3-0DA513C9E3CC}" sibTransId="{53E2C334-BEF4-4518-883E-47A4F8776477}"/>
    <dgm:cxn modelId="{9B3B8B6E-2A1E-4D6F-9D4F-3BC58B9AC6F1}" type="presParOf" srcId="{307C906F-EC38-4677-B940-7DEBE9B6C4AE}" destId="{3424E718-7128-4F1A-B2FE-ED3701D73A16}" srcOrd="0" destOrd="0" presId="urn:microsoft.com/office/officeart/2005/8/layout/orgChart1"/>
    <dgm:cxn modelId="{35FCFA36-FBB1-4C8F-A3A5-370274FC1AE1}" type="presParOf" srcId="{3424E718-7128-4F1A-B2FE-ED3701D73A16}" destId="{1814AB12-7966-4DBD-AFE9-EFA50E71518C}" srcOrd="0" destOrd="0" presId="urn:microsoft.com/office/officeart/2005/8/layout/orgChart1"/>
    <dgm:cxn modelId="{97BB9F61-EB0B-47CD-AAB3-6266862BEE63}" type="presParOf" srcId="{1814AB12-7966-4DBD-AFE9-EFA50E71518C}" destId="{58BA35FC-0062-4422-AFBB-9F84D957EB89}" srcOrd="0" destOrd="0" presId="urn:microsoft.com/office/officeart/2005/8/layout/orgChart1"/>
    <dgm:cxn modelId="{74104273-3488-4B29-BF96-255C12E0976D}" type="presParOf" srcId="{1814AB12-7966-4DBD-AFE9-EFA50E71518C}" destId="{BB6DA0AA-9483-4067-8AB9-D651062F7A9A}" srcOrd="1" destOrd="0" presId="urn:microsoft.com/office/officeart/2005/8/layout/orgChart1"/>
    <dgm:cxn modelId="{7BD5164D-B730-4340-B50F-980A146EFEBC}" type="presParOf" srcId="{3424E718-7128-4F1A-B2FE-ED3701D73A16}" destId="{FC920BCF-0B1E-455C-BE90-1FCD08F39D75}" srcOrd="1" destOrd="0" presId="urn:microsoft.com/office/officeart/2005/8/layout/orgChart1"/>
    <dgm:cxn modelId="{230C8A77-6071-4A04-97D4-F034EE1D2164}" type="presParOf" srcId="{FC920BCF-0B1E-455C-BE90-1FCD08F39D75}" destId="{01B44C97-A7B9-40C9-B9F7-C787B9DA17C6}" srcOrd="0" destOrd="0" presId="urn:microsoft.com/office/officeart/2005/8/layout/orgChart1"/>
    <dgm:cxn modelId="{08F70535-8DA8-4D08-B6CD-B1410642652D}" type="presParOf" srcId="{FC920BCF-0B1E-455C-BE90-1FCD08F39D75}" destId="{7B732EF5-2708-4C42-9802-D3AC266174FD}" srcOrd="1" destOrd="0" presId="urn:microsoft.com/office/officeart/2005/8/layout/orgChart1"/>
    <dgm:cxn modelId="{01ACBFCC-6CFA-4FE8-8DED-331AB6C5F59D}" type="presParOf" srcId="{7B732EF5-2708-4C42-9802-D3AC266174FD}" destId="{5AA25794-E8EB-4741-BE8A-74DEE21182EB}" srcOrd="0" destOrd="0" presId="urn:microsoft.com/office/officeart/2005/8/layout/orgChart1"/>
    <dgm:cxn modelId="{736D1457-6994-4A1B-B5A6-AFB05499F251}" type="presParOf" srcId="{5AA25794-E8EB-4741-BE8A-74DEE21182EB}" destId="{A1E8B1B0-78F2-4D2C-BAA8-C64A8A4AAF46}" srcOrd="0" destOrd="0" presId="urn:microsoft.com/office/officeart/2005/8/layout/orgChart1"/>
    <dgm:cxn modelId="{8C5DE5AF-99DF-442F-92C9-849BC8F9C3C1}" type="presParOf" srcId="{5AA25794-E8EB-4741-BE8A-74DEE21182EB}" destId="{28EA0F40-4C2E-4E1D-BC3F-5BDE5C1BCAC7}" srcOrd="1" destOrd="0" presId="urn:microsoft.com/office/officeart/2005/8/layout/orgChart1"/>
    <dgm:cxn modelId="{4616EE0A-EFCE-418B-95B8-1BCB5F1A6C55}" type="presParOf" srcId="{7B732EF5-2708-4C42-9802-D3AC266174FD}" destId="{FC4554DA-3CC8-4BEB-BE3A-59A6CC9EE916}" srcOrd="1" destOrd="0" presId="urn:microsoft.com/office/officeart/2005/8/layout/orgChart1"/>
    <dgm:cxn modelId="{FA75ABD0-6CF5-46BB-AFBB-5A1D3677487C}" type="presParOf" srcId="{7B732EF5-2708-4C42-9802-D3AC266174FD}" destId="{650A3548-B021-4592-93D9-9A21DC87FA51}" srcOrd="2" destOrd="0" presId="urn:microsoft.com/office/officeart/2005/8/layout/orgChart1"/>
    <dgm:cxn modelId="{C20E2CAD-2662-4F6F-A6A2-91E549161D28}" type="presParOf" srcId="{FC920BCF-0B1E-455C-BE90-1FCD08F39D75}" destId="{13A3C2CB-4F63-4924-B8B7-53D628362106}" srcOrd="2" destOrd="0" presId="urn:microsoft.com/office/officeart/2005/8/layout/orgChart1"/>
    <dgm:cxn modelId="{4BCCE3C9-A8DD-4351-A987-5E89032DB2AA}" type="presParOf" srcId="{FC920BCF-0B1E-455C-BE90-1FCD08F39D75}" destId="{40E318FF-3579-4638-8B9D-40F8352A2914}" srcOrd="3" destOrd="0" presId="urn:microsoft.com/office/officeart/2005/8/layout/orgChart1"/>
    <dgm:cxn modelId="{CB41F3E8-AB78-4BCD-9521-E352527AA27A}" type="presParOf" srcId="{40E318FF-3579-4638-8B9D-40F8352A2914}" destId="{5AD655CE-8DF5-4A0B-872D-40E4D1BAFAB5}" srcOrd="0" destOrd="0" presId="urn:microsoft.com/office/officeart/2005/8/layout/orgChart1"/>
    <dgm:cxn modelId="{D40C35F3-195C-461C-808C-FA9A04EE586B}" type="presParOf" srcId="{5AD655CE-8DF5-4A0B-872D-40E4D1BAFAB5}" destId="{043477AC-6839-4544-98FB-D4F38034017A}" srcOrd="0" destOrd="0" presId="urn:microsoft.com/office/officeart/2005/8/layout/orgChart1"/>
    <dgm:cxn modelId="{83FD523A-5EE4-4797-85B3-61BF5D8374D2}" type="presParOf" srcId="{5AD655CE-8DF5-4A0B-872D-40E4D1BAFAB5}" destId="{11B50CDB-16D5-4BFF-8956-C183980F475B}" srcOrd="1" destOrd="0" presId="urn:microsoft.com/office/officeart/2005/8/layout/orgChart1"/>
    <dgm:cxn modelId="{C0AD6461-E236-4FBB-9AA1-E74F6FF9A97B}" type="presParOf" srcId="{40E318FF-3579-4638-8B9D-40F8352A2914}" destId="{46C525D1-A9E5-4DCE-A91A-DEBCD02E54B1}" srcOrd="1" destOrd="0" presId="urn:microsoft.com/office/officeart/2005/8/layout/orgChart1"/>
    <dgm:cxn modelId="{30DA079B-3947-451E-8524-ED7AA90A954C}" type="presParOf" srcId="{40E318FF-3579-4638-8B9D-40F8352A2914}" destId="{9126363F-0B87-4E5D-8EB9-1E3AAF4BA3FF}" srcOrd="2" destOrd="0" presId="urn:microsoft.com/office/officeart/2005/8/layout/orgChart1"/>
    <dgm:cxn modelId="{DADC0BE3-B7F3-4BD0-B676-DC627696A55C}" type="presParOf" srcId="{FC920BCF-0B1E-455C-BE90-1FCD08F39D75}" destId="{420F5DFF-42C8-4FC3-8143-61C46AC04D31}" srcOrd="4" destOrd="0" presId="urn:microsoft.com/office/officeart/2005/8/layout/orgChart1"/>
    <dgm:cxn modelId="{9DCC34CC-74B7-4BD7-B57F-C9D42FAF1F9B}" type="presParOf" srcId="{FC920BCF-0B1E-455C-BE90-1FCD08F39D75}" destId="{E4E3BBA3-EC87-4D3B-BDF4-0982D3CD90AF}" srcOrd="5" destOrd="0" presId="urn:microsoft.com/office/officeart/2005/8/layout/orgChart1"/>
    <dgm:cxn modelId="{E7127F29-397E-4688-8B7B-F7A2270EBBE5}" type="presParOf" srcId="{E4E3BBA3-EC87-4D3B-BDF4-0982D3CD90AF}" destId="{C4F58AAB-A337-4718-9EA6-5DFC37C3FEDA}" srcOrd="0" destOrd="0" presId="urn:microsoft.com/office/officeart/2005/8/layout/orgChart1"/>
    <dgm:cxn modelId="{4FAD64ED-DEC8-41ED-B5F7-1F54D4740CBA}" type="presParOf" srcId="{C4F58AAB-A337-4718-9EA6-5DFC37C3FEDA}" destId="{0FB679ED-4AB1-4ECB-A337-08D915F48141}" srcOrd="0" destOrd="0" presId="urn:microsoft.com/office/officeart/2005/8/layout/orgChart1"/>
    <dgm:cxn modelId="{B40DFCF1-419D-47CC-82C8-9B2288579434}" type="presParOf" srcId="{C4F58AAB-A337-4718-9EA6-5DFC37C3FEDA}" destId="{2D227CF4-82C2-40B7-990B-38A44D024256}" srcOrd="1" destOrd="0" presId="urn:microsoft.com/office/officeart/2005/8/layout/orgChart1"/>
    <dgm:cxn modelId="{5FF067CE-C95B-4601-8579-B41DC105DA25}" type="presParOf" srcId="{E4E3BBA3-EC87-4D3B-BDF4-0982D3CD90AF}" destId="{FE4F6168-3AAE-443E-AB12-7D48ED683756}" srcOrd="1" destOrd="0" presId="urn:microsoft.com/office/officeart/2005/8/layout/orgChart1"/>
    <dgm:cxn modelId="{2CF96F95-F2A2-4A5D-BDB5-8185791C9ADF}" type="presParOf" srcId="{E4E3BBA3-EC87-4D3B-BDF4-0982D3CD90AF}" destId="{5A67903B-45F2-4931-8159-C77EC3BEEA0D}" srcOrd="2" destOrd="0" presId="urn:microsoft.com/office/officeart/2005/8/layout/orgChart1"/>
    <dgm:cxn modelId="{76A26047-19F1-4B09-82D2-BFAB8FD70441}" type="presParOf" srcId="{FC920BCF-0B1E-455C-BE90-1FCD08F39D75}" destId="{4BDF5D85-C803-4245-8006-AAA4FEF4E323}" srcOrd="6" destOrd="0" presId="urn:microsoft.com/office/officeart/2005/8/layout/orgChart1"/>
    <dgm:cxn modelId="{795FD81A-AAFD-497F-A0A1-681D6AEECA78}" type="presParOf" srcId="{FC920BCF-0B1E-455C-BE90-1FCD08F39D75}" destId="{10BB1A61-5AB2-456F-82DB-2D0246B31401}" srcOrd="7" destOrd="0" presId="urn:microsoft.com/office/officeart/2005/8/layout/orgChart1"/>
    <dgm:cxn modelId="{1056E04E-0F9A-4508-857D-B3A282B60A6E}" type="presParOf" srcId="{10BB1A61-5AB2-456F-82DB-2D0246B31401}" destId="{38262887-DBEC-4FA0-93E0-3508112913F8}" srcOrd="0" destOrd="0" presId="urn:microsoft.com/office/officeart/2005/8/layout/orgChart1"/>
    <dgm:cxn modelId="{E375CC72-7D6F-49EB-9640-D6F6A01FE01F}" type="presParOf" srcId="{38262887-DBEC-4FA0-93E0-3508112913F8}" destId="{04BDB4BA-7C53-4294-B833-C9A64F7CC4CC}" srcOrd="0" destOrd="0" presId="urn:microsoft.com/office/officeart/2005/8/layout/orgChart1"/>
    <dgm:cxn modelId="{63E9B186-10D6-43AA-89B3-D2E2A256FBDE}" type="presParOf" srcId="{38262887-DBEC-4FA0-93E0-3508112913F8}" destId="{7C688D89-0317-4DFF-920D-D28961388A42}" srcOrd="1" destOrd="0" presId="urn:microsoft.com/office/officeart/2005/8/layout/orgChart1"/>
    <dgm:cxn modelId="{7A7F69D9-DB2F-4470-A7FA-6E20561DAB8A}" type="presParOf" srcId="{10BB1A61-5AB2-456F-82DB-2D0246B31401}" destId="{58F3F532-DE30-4330-B3C1-A79D686F5C0D}" srcOrd="1" destOrd="0" presId="urn:microsoft.com/office/officeart/2005/8/layout/orgChart1"/>
    <dgm:cxn modelId="{EB0B686C-F214-42ED-A879-C108C98054F2}" type="presParOf" srcId="{10BB1A61-5AB2-456F-82DB-2D0246B31401}" destId="{EED339D4-C326-4488-918A-855BAD646DC6}" srcOrd="2" destOrd="0" presId="urn:microsoft.com/office/officeart/2005/8/layout/orgChart1"/>
    <dgm:cxn modelId="{F12BAC92-BEDC-4A36-861A-6EDE44212B35}" type="presParOf" srcId="{3424E718-7128-4F1A-B2FE-ED3701D73A16}" destId="{A098EECA-6EB5-4B1B-910C-A779D8F299E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CB244C-71F2-4BC0-8EB5-5BC56D683650}" type="doc">
      <dgm:prSet loTypeId="urn:microsoft.com/office/officeart/2005/8/layout/orgChart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18AD504-9DCB-4E68-B876-2D6A09517F22}">
      <dgm:prSet phldrT="[Текст]"/>
      <dgm:spPr/>
      <dgm:t>
        <a:bodyPr/>
        <a:lstStyle/>
        <a:p>
          <a:r>
            <a:rPr lang="ru-RU" b="1" i="1" dirty="0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Абстрактный класс </a:t>
          </a:r>
          <a:r>
            <a:rPr lang="en-US" b="1" i="1" dirty="0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Task</a:t>
          </a:r>
          <a:endParaRPr lang="ru-RU" dirty="0"/>
        </a:p>
      </dgm:t>
    </dgm:pt>
    <dgm:pt modelId="{3F3797FD-CD85-446B-8703-BFCA554CAC9C}" type="parTrans" cxnId="{E88243C0-8D76-4F25-9A0E-B7BF621551EB}">
      <dgm:prSet/>
      <dgm:spPr/>
      <dgm:t>
        <a:bodyPr/>
        <a:lstStyle/>
        <a:p>
          <a:endParaRPr lang="ru-RU"/>
        </a:p>
      </dgm:t>
    </dgm:pt>
    <dgm:pt modelId="{676915C1-BC49-44DB-BB53-105739CED5E0}" type="sibTrans" cxnId="{E88243C0-8D76-4F25-9A0E-B7BF621551EB}">
      <dgm:prSet/>
      <dgm:spPr/>
      <dgm:t>
        <a:bodyPr/>
        <a:lstStyle/>
        <a:p>
          <a:endParaRPr lang="ru-RU"/>
        </a:p>
      </dgm:t>
    </dgm:pt>
    <dgm:pt modelId="{E0D76DA4-3F44-44A5-8847-89E1A5C2E615}">
      <dgm:prSet phldrT="[Текст]"/>
      <dgm:spPr/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1" i="1" dirty="0" err="1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BugTask</a:t>
          </a:r>
          <a:r>
            <a:rPr lang="ru-RU" b="1" i="1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 (Баг)</a:t>
          </a:r>
          <a:endParaRPr lang="ru-RU" dirty="0"/>
        </a:p>
      </dgm:t>
    </dgm:pt>
    <dgm:pt modelId="{587B565F-03D4-42C3-BF93-55703840F899}" type="parTrans" cxnId="{E4D699EA-274C-4DF0-8A39-8CA0AF841A4F}">
      <dgm:prSet/>
      <dgm:spPr/>
      <dgm:t>
        <a:bodyPr/>
        <a:lstStyle/>
        <a:p>
          <a:endParaRPr lang="ru-RU"/>
        </a:p>
      </dgm:t>
    </dgm:pt>
    <dgm:pt modelId="{2862CC0A-B94B-4D5C-B547-11ECBF7D6F5B}" type="sibTrans" cxnId="{E4D699EA-274C-4DF0-8A39-8CA0AF841A4F}">
      <dgm:prSet/>
      <dgm:spPr/>
      <dgm:t>
        <a:bodyPr/>
        <a:lstStyle/>
        <a:p>
          <a:endParaRPr lang="ru-RU"/>
        </a:p>
      </dgm:t>
    </dgm:pt>
    <dgm:pt modelId="{A380C73C-D48B-4348-A360-2F8178C2293A}">
      <dgm:prSet phldrT="[Текст]"/>
      <dgm:spPr/>
      <dgm:t>
        <a:bodyPr/>
        <a:lstStyle/>
        <a:p>
          <a:r>
            <a:rPr lang="en-US" b="1" i="1" dirty="0" err="1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FeatureTask</a:t>
          </a:r>
          <a:r>
            <a:rPr lang="ru-RU" b="1" i="1" dirty="0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 (Фича</a:t>
          </a:r>
          <a:r>
            <a:rPr lang="ru-RU" b="1" i="1" dirty="0">
              <a:latin typeface="Times New Roman" panose="02020603050405020304" pitchFamily="18" charset="0"/>
              <a:ea typeface="MS Mincho" panose="02020609040205080304" pitchFamily="49" charset="-128"/>
            </a:rPr>
            <a:t>)</a:t>
          </a:r>
          <a:endParaRPr lang="ru-RU" dirty="0"/>
        </a:p>
      </dgm:t>
    </dgm:pt>
    <dgm:pt modelId="{874458CD-0E86-42C0-81B6-B06095765CCD}" type="parTrans" cxnId="{A750A42F-B424-495A-B21B-67DAEFF6F85C}">
      <dgm:prSet/>
      <dgm:spPr/>
      <dgm:t>
        <a:bodyPr/>
        <a:lstStyle/>
        <a:p>
          <a:endParaRPr lang="ru-RU"/>
        </a:p>
      </dgm:t>
    </dgm:pt>
    <dgm:pt modelId="{95ABD44D-5EFF-4739-A07D-D6370C77DB3A}" type="sibTrans" cxnId="{A750A42F-B424-495A-B21B-67DAEFF6F85C}">
      <dgm:prSet/>
      <dgm:spPr/>
      <dgm:t>
        <a:bodyPr/>
        <a:lstStyle/>
        <a:p>
          <a:endParaRPr lang="ru-RU"/>
        </a:p>
      </dgm:t>
    </dgm:pt>
    <dgm:pt modelId="{C515B09B-044A-482B-8593-FBD0A038A939}">
      <dgm:prSet/>
      <dgm:spPr/>
      <dgm:t>
        <a:bodyPr/>
        <a:lstStyle/>
        <a:p>
          <a:r>
            <a:rPr lang="en-US" b="1" i="1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DocumentationTask</a:t>
          </a:r>
          <a:r>
            <a:rPr lang="ru-RU" b="1" i="1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 (Документация)</a:t>
          </a:r>
          <a:endParaRPr lang="ru-RU" dirty="0">
            <a:effectLst/>
            <a:latin typeface="Times New Roman" panose="02020603050405020304" pitchFamily="18" charset="0"/>
            <a:ea typeface="MS Mincho" panose="02020609040205080304" pitchFamily="49" charset="-128"/>
            <a:cs typeface="Times New Roman" panose="02020603050405020304" pitchFamily="18" charset="0"/>
          </a:endParaRPr>
        </a:p>
      </dgm:t>
    </dgm:pt>
    <dgm:pt modelId="{0F9E5FA9-3A2E-4E91-A5C3-99528D8E6ED5}" type="sibTrans" cxnId="{4C375221-7A8B-4633-B177-AA76EAFAE177}">
      <dgm:prSet/>
      <dgm:spPr/>
      <dgm:t>
        <a:bodyPr/>
        <a:lstStyle/>
        <a:p>
          <a:endParaRPr lang="ru-RU"/>
        </a:p>
      </dgm:t>
    </dgm:pt>
    <dgm:pt modelId="{4334CFDE-A79E-44B5-B03E-D923EE0100C7}" type="parTrans" cxnId="{4C375221-7A8B-4633-B177-AA76EAFAE177}">
      <dgm:prSet/>
      <dgm:spPr/>
      <dgm:t>
        <a:bodyPr/>
        <a:lstStyle/>
        <a:p>
          <a:endParaRPr lang="ru-RU"/>
        </a:p>
      </dgm:t>
    </dgm:pt>
    <dgm:pt modelId="{B27A2395-624B-4130-B7AE-D5B11F023B0B}" type="pres">
      <dgm:prSet presAssocID="{01CB244C-71F2-4BC0-8EB5-5BC56D68365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ACC94A6-DE67-4255-A702-1C77AC6B1038}" type="pres">
      <dgm:prSet presAssocID="{018AD504-9DCB-4E68-B876-2D6A09517F22}" presName="hierRoot1" presStyleCnt="0">
        <dgm:presLayoutVars>
          <dgm:hierBranch val="init"/>
        </dgm:presLayoutVars>
      </dgm:prSet>
      <dgm:spPr/>
    </dgm:pt>
    <dgm:pt modelId="{E0CA362E-CA95-45B3-8152-DF57B839864E}" type="pres">
      <dgm:prSet presAssocID="{018AD504-9DCB-4E68-B876-2D6A09517F22}" presName="rootComposite1" presStyleCnt="0"/>
      <dgm:spPr/>
    </dgm:pt>
    <dgm:pt modelId="{0F9C5F11-2FEF-4623-ABC6-8760BF0A622A}" type="pres">
      <dgm:prSet presAssocID="{018AD504-9DCB-4E68-B876-2D6A09517F22}" presName="rootText1" presStyleLbl="node0" presStyleIdx="0" presStyleCnt="1">
        <dgm:presLayoutVars>
          <dgm:chPref val="3"/>
        </dgm:presLayoutVars>
      </dgm:prSet>
      <dgm:spPr/>
    </dgm:pt>
    <dgm:pt modelId="{2203D6EB-F99D-4458-829A-CB014B7D63F7}" type="pres">
      <dgm:prSet presAssocID="{018AD504-9DCB-4E68-B876-2D6A09517F22}" presName="rootConnector1" presStyleLbl="node1" presStyleIdx="0" presStyleCnt="0"/>
      <dgm:spPr/>
    </dgm:pt>
    <dgm:pt modelId="{FEF0E022-AE47-4C9C-96B7-78783FDD0127}" type="pres">
      <dgm:prSet presAssocID="{018AD504-9DCB-4E68-B876-2D6A09517F22}" presName="hierChild2" presStyleCnt="0"/>
      <dgm:spPr/>
    </dgm:pt>
    <dgm:pt modelId="{42F26F80-557F-4027-9A3D-C49D7464DFB8}" type="pres">
      <dgm:prSet presAssocID="{587B565F-03D4-42C3-BF93-55703840F899}" presName="Name37" presStyleLbl="parChTrans1D2" presStyleIdx="0" presStyleCnt="3"/>
      <dgm:spPr/>
    </dgm:pt>
    <dgm:pt modelId="{534DB918-5050-4B6D-ACD8-92A9B2B2DCC9}" type="pres">
      <dgm:prSet presAssocID="{E0D76DA4-3F44-44A5-8847-89E1A5C2E615}" presName="hierRoot2" presStyleCnt="0">
        <dgm:presLayoutVars>
          <dgm:hierBranch val="init"/>
        </dgm:presLayoutVars>
      </dgm:prSet>
      <dgm:spPr/>
    </dgm:pt>
    <dgm:pt modelId="{7CCD6BD1-2BF8-410F-9613-D09CFE6A524A}" type="pres">
      <dgm:prSet presAssocID="{E0D76DA4-3F44-44A5-8847-89E1A5C2E615}" presName="rootComposite" presStyleCnt="0"/>
      <dgm:spPr/>
    </dgm:pt>
    <dgm:pt modelId="{0DC02FA9-DCF1-4E72-8152-EF97B4C7ED9F}" type="pres">
      <dgm:prSet presAssocID="{E0D76DA4-3F44-44A5-8847-89E1A5C2E615}" presName="rootText" presStyleLbl="node2" presStyleIdx="0" presStyleCnt="3">
        <dgm:presLayoutVars>
          <dgm:chPref val="3"/>
        </dgm:presLayoutVars>
      </dgm:prSet>
      <dgm:spPr/>
    </dgm:pt>
    <dgm:pt modelId="{3448E385-28B0-4DF9-A8AB-1CD136BF190C}" type="pres">
      <dgm:prSet presAssocID="{E0D76DA4-3F44-44A5-8847-89E1A5C2E615}" presName="rootConnector" presStyleLbl="node2" presStyleIdx="0" presStyleCnt="3"/>
      <dgm:spPr/>
    </dgm:pt>
    <dgm:pt modelId="{6BFC131C-F12C-409B-B172-0F1C948AB409}" type="pres">
      <dgm:prSet presAssocID="{E0D76DA4-3F44-44A5-8847-89E1A5C2E615}" presName="hierChild4" presStyleCnt="0"/>
      <dgm:spPr/>
    </dgm:pt>
    <dgm:pt modelId="{18FCFCC7-53DE-429E-9FF4-6F50E5E1AE33}" type="pres">
      <dgm:prSet presAssocID="{E0D76DA4-3F44-44A5-8847-89E1A5C2E615}" presName="hierChild5" presStyleCnt="0"/>
      <dgm:spPr/>
    </dgm:pt>
    <dgm:pt modelId="{381852A5-4DFD-40C4-ABD2-993FCD63AFDB}" type="pres">
      <dgm:prSet presAssocID="{874458CD-0E86-42C0-81B6-B06095765CCD}" presName="Name37" presStyleLbl="parChTrans1D2" presStyleIdx="1" presStyleCnt="3"/>
      <dgm:spPr/>
    </dgm:pt>
    <dgm:pt modelId="{D04C7198-3E8A-49A7-A0E2-61F9647EFBF9}" type="pres">
      <dgm:prSet presAssocID="{A380C73C-D48B-4348-A360-2F8178C2293A}" presName="hierRoot2" presStyleCnt="0">
        <dgm:presLayoutVars>
          <dgm:hierBranch val="init"/>
        </dgm:presLayoutVars>
      </dgm:prSet>
      <dgm:spPr/>
    </dgm:pt>
    <dgm:pt modelId="{D41076A7-B450-4C22-83CD-2E678FFCF87B}" type="pres">
      <dgm:prSet presAssocID="{A380C73C-D48B-4348-A360-2F8178C2293A}" presName="rootComposite" presStyleCnt="0"/>
      <dgm:spPr/>
    </dgm:pt>
    <dgm:pt modelId="{2036FF65-80B3-404F-9F0B-4DB2EEF7975B}" type="pres">
      <dgm:prSet presAssocID="{A380C73C-D48B-4348-A360-2F8178C2293A}" presName="rootText" presStyleLbl="node2" presStyleIdx="1" presStyleCnt="3">
        <dgm:presLayoutVars>
          <dgm:chPref val="3"/>
        </dgm:presLayoutVars>
      </dgm:prSet>
      <dgm:spPr/>
    </dgm:pt>
    <dgm:pt modelId="{AC6A8B82-0DCD-4DF7-AB03-2C43640E1EC8}" type="pres">
      <dgm:prSet presAssocID="{A380C73C-D48B-4348-A360-2F8178C2293A}" presName="rootConnector" presStyleLbl="node2" presStyleIdx="1" presStyleCnt="3"/>
      <dgm:spPr/>
    </dgm:pt>
    <dgm:pt modelId="{1EBE067B-AF67-43EC-BB98-D72A7B2A0DA7}" type="pres">
      <dgm:prSet presAssocID="{A380C73C-D48B-4348-A360-2F8178C2293A}" presName="hierChild4" presStyleCnt="0"/>
      <dgm:spPr/>
    </dgm:pt>
    <dgm:pt modelId="{74473F5F-8652-44B9-8E33-A1214059C632}" type="pres">
      <dgm:prSet presAssocID="{A380C73C-D48B-4348-A360-2F8178C2293A}" presName="hierChild5" presStyleCnt="0"/>
      <dgm:spPr/>
    </dgm:pt>
    <dgm:pt modelId="{CC97E4D9-4DDE-46E7-915C-6B97DE2A8B55}" type="pres">
      <dgm:prSet presAssocID="{4334CFDE-A79E-44B5-B03E-D923EE0100C7}" presName="Name37" presStyleLbl="parChTrans1D2" presStyleIdx="2" presStyleCnt="3"/>
      <dgm:spPr/>
    </dgm:pt>
    <dgm:pt modelId="{EE810892-07E8-416F-A82B-FB9B8C6ACF12}" type="pres">
      <dgm:prSet presAssocID="{C515B09B-044A-482B-8593-FBD0A038A939}" presName="hierRoot2" presStyleCnt="0">
        <dgm:presLayoutVars>
          <dgm:hierBranch val="init"/>
        </dgm:presLayoutVars>
      </dgm:prSet>
      <dgm:spPr/>
    </dgm:pt>
    <dgm:pt modelId="{3857EB44-DDF2-4EF3-ABA9-4E6E56C08F10}" type="pres">
      <dgm:prSet presAssocID="{C515B09B-044A-482B-8593-FBD0A038A939}" presName="rootComposite" presStyleCnt="0"/>
      <dgm:spPr/>
    </dgm:pt>
    <dgm:pt modelId="{D79227DC-61A5-4403-9724-52A79753D7FC}" type="pres">
      <dgm:prSet presAssocID="{C515B09B-044A-482B-8593-FBD0A038A939}" presName="rootText" presStyleLbl="node2" presStyleIdx="2" presStyleCnt="3">
        <dgm:presLayoutVars>
          <dgm:chPref val="3"/>
        </dgm:presLayoutVars>
      </dgm:prSet>
      <dgm:spPr/>
    </dgm:pt>
    <dgm:pt modelId="{E3F036F3-7467-4A8D-96F8-47E3CD94D927}" type="pres">
      <dgm:prSet presAssocID="{C515B09B-044A-482B-8593-FBD0A038A939}" presName="rootConnector" presStyleLbl="node2" presStyleIdx="2" presStyleCnt="3"/>
      <dgm:spPr/>
    </dgm:pt>
    <dgm:pt modelId="{A33DDCC5-8D41-44FC-870A-9FCFFCECB718}" type="pres">
      <dgm:prSet presAssocID="{C515B09B-044A-482B-8593-FBD0A038A939}" presName="hierChild4" presStyleCnt="0"/>
      <dgm:spPr/>
    </dgm:pt>
    <dgm:pt modelId="{4817FDAC-A950-4137-A9E7-9B4E7A035644}" type="pres">
      <dgm:prSet presAssocID="{C515B09B-044A-482B-8593-FBD0A038A939}" presName="hierChild5" presStyleCnt="0"/>
      <dgm:spPr/>
    </dgm:pt>
    <dgm:pt modelId="{C2169992-3FE4-42BA-A736-A0A76838CCEA}" type="pres">
      <dgm:prSet presAssocID="{018AD504-9DCB-4E68-B876-2D6A09517F22}" presName="hierChild3" presStyleCnt="0"/>
      <dgm:spPr/>
    </dgm:pt>
  </dgm:ptLst>
  <dgm:cxnLst>
    <dgm:cxn modelId="{4C375221-7A8B-4633-B177-AA76EAFAE177}" srcId="{018AD504-9DCB-4E68-B876-2D6A09517F22}" destId="{C515B09B-044A-482B-8593-FBD0A038A939}" srcOrd="2" destOrd="0" parTransId="{4334CFDE-A79E-44B5-B03E-D923EE0100C7}" sibTransId="{0F9E5FA9-3A2E-4E91-A5C3-99528D8E6ED5}"/>
    <dgm:cxn modelId="{A750A42F-B424-495A-B21B-67DAEFF6F85C}" srcId="{018AD504-9DCB-4E68-B876-2D6A09517F22}" destId="{A380C73C-D48B-4348-A360-2F8178C2293A}" srcOrd="1" destOrd="0" parTransId="{874458CD-0E86-42C0-81B6-B06095765CCD}" sibTransId="{95ABD44D-5EFF-4739-A07D-D6370C77DB3A}"/>
    <dgm:cxn modelId="{D067CF44-994C-4684-800D-1637DEC079F4}" type="presOf" srcId="{E0D76DA4-3F44-44A5-8847-89E1A5C2E615}" destId="{0DC02FA9-DCF1-4E72-8152-EF97B4C7ED9F}" srcOrd="0" destOrd="0" presId="urn:microsoft.com/office/officeart/2005/8/layout/orgChart1"/>
    <dgm:cxn modelId="{D965C34B-B515-48E0-8E47-A361906A612D}" type="presOf" srcId="{018AD504-9DCB-4E68-B876-2D6A09517F22}" destId="{0F9C5F11-2FEF-4623-ABC6-8760BF0A622A}" srcOrd="0" destOrd="0" presId="urn:microsoft.com/office/officeart/2005/8/layout/orgChart1"/>
    <dgm:cxn modelId="{51B24F83-D506-4DB9-ADA7-955978E11591}" type="presOf" srcId="{018AD504-9DCB-4E68-B876-2D6A09517F22}" destId="{2203D6EB-F99D-4458-829A-CB014B7D63F7}" srcOrd="1" destOrd="0" presId="urn:microsoft.com/office/officeart/2005/8/layout/orgChart1"/>
    <dgm:cxn modelId="{8D3CC98B-F267-40AA-8046-D4C4DCBF77F2}" type="presOf" srcId="{C515B09B-044A-482B-8593-FBD0A038A939}" destId="{D79227DC-61A5-4403-9724-52A79753D7FC}" srcOrd="0" destOrd="0" presId="urn:microsoft.com/office/officeart/2005/8/layout/orgChart1"/>
    <dgm:cxn modelId="{A04D53AB-A871-4D8B-863D-F55CDB13A4C0}" type="presOf" srcId="{A380C73C-D48B-4348-A360-2F8178C2293A}" destId="{2036FF65-80B3-404F-9F0B-4DB2EEF7975B}" srcOrd="0" destOrd="0" presId="urn:microsoft.com/office/officeart/2005/8/layout/orgChart1"/>
    <dgm:cxn modelId="{65FD34B3-3FA0-4B38-95A5-B9AB44F3008F}" type="presOf" srcId="{A380C73C-D48B-4348-A360-2F8178C2293A}" destId="{AC6A8B82-0DCD-4DF7-AB03-2C43640E1EC8}" srcOrd="1" destOrd="0" presId="urn:microsoft.com/office/officeart/2005/8/layout/orgChart1"/>
    <dgm:cxn modelId="{6DEEC9B4-0C5E-4263-9120-64105C89100F}" type="presOf" srcId="{C515B09B-044A-482B-8593-FBD0A038A939}" destId="{E3F036F3-7467-4A8D-96F8-47E3CD94D927}" srcOrd="1" destOrd="0" presId="urn:microsoft.com/office/officeart/2005/8/layout/orgChart1"/>
    <dgm:cxn modelId="{E88243C0-8D76-4F25-9A0E-B7BF621551EB}" srcId="{01CB244C-71F2-4BC0-8EB5-5BC56D683650}" destId="{018AD504-9DCB-4E68-B876-2D6A09517F22}" srcOrd="0" destOrd="0" parTransId="{3F3797FD-CD85-446B-8703-BFCA554CAC9C}" sibTransId="{676915C1-BC49-44DB-BB53-105739CED5E0}"/>
    <dgm:cxn modelId="{FD74D2C3-6ED1-4448-B3F3-F3ECAD9201E9}" type="presOf" srcId="{01CB244C-71F2-4BC0-8EB5-5BC56D683650}" destId="{B27A2395-624B-4130-B7AE-D5B11F023B0B}" srcOrd="0" destOrd="0" presId="urn:microsoft.com/office/officeart/2005/8/layout/orgChart1"/>
    <dgm:cxn modelId="{5BF1F1CE-E712-47AF-BEB0-B50C07941C35}" type="presOf" srcId="{4334CFDE-A79E-44B5-B03E-D923EE0100C7}" destId="{CC97E4D9-4DDE-46E7-915C-6B97DE2A8B55}" srcOrd="0" destOrd="0" presId="urn:microsoft.com/office/officeart/2005/8/layout/orgChart1"/>
    <dgm:cxn modelId="{99DAD3E1-D809-4B2A-A52A-7776CCDAF030}" type="presOf" srcId="{E0D76DA4-3F44-44A5-8847-89E1A5C2E615}" destId="{3448E385-28B0-4DF9-A8AB-1CD136BF190C}" srcOrd="1" destOrd="0" presId="urn:microsoft.com/office/officeart/2005/8/layout/orgChart1"/>
    <dgm:cxn modelId="{1B6AF1E1-1B9F-424C-9930-2AA8BC9FF87A}" type="presOf" srcId="{874458CD-0E86-42C0-81B6-B06095765CCD}" destId="{381852A5-4DFD-40C4-ABD2-993FCD63AFDB}" srcOrd="0" destOrd="0" presId="urn:microsoft.com/office/officeart/2005/8/layout/orgChart1"/>
    <dgm:cxn modelId="{E4D699EA-274C-4DF0-8A39-8CA0AF841A4F}" srcId="{018AD504-9DCB-4E68-B876-2D6A09517F22}" destId="{E0D76DA4-3F44-44A5-8847-89E1A5C2E615}" srcOrd="0" destOrd="0" parTransId="{587B565F-03D4-42C3-BF93-55703840F899}" sibTransId="{2862CC0A-B94B-4D5C-B547-11ECBF7D6F5B}"/>
    <dgm:cxn modelId="{BFA7E1EB-7866-4384-999D-BBA2DF802ABB}" type="presOf" srcId="{587B565F-03D4-42C3-BF93-55703840F899}" destId="{42F26F80-557F-4027-9A3D-C49D7464DFB8}" srcOrd="0" destOrd="0" presId="urn:microsoft.com/office/officeart/2005/8/layout/orgChart1"/>
    <dgm:cxn modelId="{D0443EC8-EC8C-429C-B836-F960221BFAB7}" type="presParOf" srcId="{B27A2395-624B-4130-B7AE-D5B11F023B0B}" destId="{4ACC94A6-DE67-4255-A702-1C77AC6B1038}" srcOrd="0" destOrd="0" presId="urn:microsoft.com/office/officeart/2005/8/layout/orgChart1"/>
    <dgm:cxn modelId="{277D2A83-AD27-4C67-8E6C-2C05893DBBA8}" type="presParOf" srcId="{4ACC94A6-DE67-4255-A702-1C77AC6B1038}" destId="{E0CA362E-CA95-45B3-8152-DF57B839864E}" srcOrd="0" destOrd="0" presId="urn:microsoft.com/office/officeart/2005/8/layout/orgChart1"/>
    <dgm:cxn modelId="{6062EEA6-D54D-4CB6-88BF-76550897A798}" type="presParOf" srcId="{E0CA362E-CA95-45B3-8152-DF57B839864E}" destId="{0F9C5F11-2FEF-4623-ABC6-8760BF0A622A}" srcOrd="0" destOrd="0" presId="urn:microsoft.com/office/officeart/2005/8/layout/orgChart1"/>
    <dgm:cxn modelId="{0EE27CB7-C772-4BD7-886B-7DCC96CA4E9C}" type="presParOf" srcId="{E0CA362E-CA95-45B3-8152-DF57B839864E}" destId="{2203D6EB-F99D-4458-829A-CB014B7D63F7}" srcOrd="1" destOrd="0" presId="urn:microsoft.com/office/officeart/2005/8/layout/orgChart1"/>
    <dgm:cxn modelId="{AAD7B84F-63E1-4BCF-9A0C-51A3ED622DB2}" type="presParOf" srcId="{4ACC94A6-DE67-4255-A702-1C77AC6B1038}" destId="{FEF0E022-AE47-4C9C-96B7-78783FDD0127}" srcOrd="1" destOrd="0" presId="urn:microsoft.com/office/officeart/2005/8/layout/orgChart1"/>
    <dgm:cxn modelId="{BB8EE1FB-432A-40BF-8767-F9C6445E5326}" type="presParOf" srcId="{FEF0E022-AE47-4C9C-96B7-78783FDD0127}" destId="{42F26F80-557F-4027-9A3D-C49D7464DFB8}" srcOrd="0" destOrd="0" presId="urn:microsoft.com/office/officeart/2005/8/layout/orgChart1"/>
    <dgm:cxn modelId="{CFECB9C4-1FDA-41B7-83BF-F142B720348C}" type="presParOf" srcId="{FEF0E022-AE47-4C9C-96B7-78783FDD0127}" destId="{534DB918-5050-4B6D-ACD8-92A9B2B2DCC9}" srcOrd="1" destOrd="0" presId="urn:microsoft.com/office/officeart/2005/8/layout/orgChart1"/>
    <dgm:cxn modelId="{56C8B6F8-64BC-4892-980F-D231904B9475}" type="presParOf" srcId="{534DB918-5050-4B6D-ACD8-92A9B2B2DCC9}" destId="{7CCD6BD1-2BF8-410F-9613-D09CFE6A524A}" srcOrd="0" destOrd="0" presId="urn:microsoft.com/office/officeart/2005/8/layout/orgChart1"/>
    <dgm:cxn modelId="{4A616102-5B45-4144-A095-7317F6A7CAB6}" type="presParOf" srcId="{7CCD6BD1-2BF8-410F-9613-D09CFE6A524A}" destId="{0DC02FA9-DCF1-4E72-8152-EF97B4C7ED9F}" srcOrd="0" destOrd="0" presId="urn:microsoft.com/office/officeart/2005/8/layout/orgChart1"/>
    <dgm:cxn modelId="{10DD5EF7-A1BE-4BA9-86BD-59245A2D262B}" type="presParOf" srcId="{7CCD6BD1-2BF8-410F-9613-D09CFE6A524A}" destId="{3448E385-28B0-4DF9-A8AB-1CD136BF190C}" srcOrd="1" destOrd="0" presId="urn:microsoft.com/office/officeart/2005/8/layout/orgChart1"/>
    <dgm:cxn modelId="{F0081988-25D0-4313-9E55-50EDCB3B2444}" type="presParOf" srcId="{534DB918-5050-4B6D-ACD8-92A9B2B2DCC9}" destId="{6BFC131C-F12C-409B-B172-0F1C948AB409}" srcOrd="1" destOrd="0" presId="urn:microsoft.com/office/officeart/2005/8/layout/orgChart1"/>
    <dgm:cxn modelId="{57A96AA1-2DC6-48FF-9C8A-69F7C2ABF7C5}" type="presParOf" srcId="{534DB918-5050-4B6D-ACD8-92A9B2B2DCC9}" destId="{18FCFCC7-53DE-429E-9FF4-6F50E5E1AE33}" srcOrd="2" destOrd="0" presId="urn:microsoft.com/office/officeart/2005/8/layout/orgChart1"/>
    <dgm:cxn modelId="{03735DC5-6A56-4A8A-A580-D902A3F05CF2}" type="presParOf" srcId="{FEF0E022-AE47-4C9C-96B7-78783FDD0127}" destId="{381852A5-4DFD-40C4-ABD2-993FCD63AFDB}" srcOrd="2" destOrd="0" presId="urn:microsoft.com/office/officeart/2005/8/layout/orgChart1"/>
    <dgm:cxn modelId="{338281F5-6988-4CBC-A61A-4D71A9A12080}" type="presParOf" srcId="{FEF0E022-AE47-4C9C-96B7-78783FDD0127}" destId="{D04C7198-3E8A-49A7-A0E2-61F9647EFBF9}" srcOrd="3" destOrd="0" presId="urn:microsoft.com/office/officeart/2005/8/layout/orgChart1"/>
    <dgm:cxn modelId="{D2867E7C-CBBF-4613-94F5-C4966D1FA75B}" type="presParOf" srcId="{D04C7198-3E8A-49A7-A0E2-61F9647EFBF9}" destId="{D41076A7-B450-4C22-83CD-2E678FFCF87B}" srcOrd="0" destOrd="0" presId="urn:microsoft.com/office/officeart/2005/8/layout/orgChart1"/>
    <dgm:cxn modelId="{6FCCB5FF-2854-42B8-A1EF-4D37978AE8EB}" type="presParOf" srcId="{D41076A7-B450-4C22-83CD-2E678FFCF87B}" destId="{2036FF65-80B3-404F-9F0B-4DB2EEF7975B}" srcOrd="0" destOrd="0" presId="urn:microsoft.com/office/officeart/2005/8/layout/orgChart1"/>
    <dgm:cxn modelId="{AD4D2E0A-1DA3-4CD8-94E6-57A0541A4664}" type="presParOf" srcId="{D41076A7-B450-4C22-83CD-2E678FFCF87B}" destId="{AC6A8B82-0DCD-4DF7-AB03-2C43640E1EC8}" srcOrd="1" destOrd="0" presId="urn:microsoft.com/office/officeart/2005/8/layout/orgChart1"/>
    <dgm:cxn modelId="{B8A69A5E-D6A8-4F07-A2DB-270C42E3307C}" type="presParOf" srcId="{D04C7198-3E8A-49A7-A0E2-61F9647EFBF9}" destId="{1EBE067B-AF67-43EC-BB98-D72A7B2A0DA7}" srcOrd="1" destOrd="0" presId="urn:microsoft.com/office/officeart/2005/8/layout/orgChart1"/>
    <dgm:cxn modelId="{B1CEA1EB-A3DD-4017-9622-5817DDBC56A2}" type="presParOf" srcId="{D04C7198-3E8A-49A7-A0E2-61F9647EFBF9}" destId="{74473F5F-8652-44B9-8E33-A1214059C632}" srcOrd="2" destOrd="0" presId="urn:microsoft.com/office/officeart/2005/8/layout/orgChart1"/>
    <dgm:cxn modelId="{59286A04-CED7-40D6-9BB8-97CD4EE05086}" type="presParOf" srcId="{FEF0E022-AE47-4C9C-96B7-78783FDD0127}" destId="{CC97E4D9-4DDE-46E7-915C-6B97DE2A8B55}" srcOrd="4" destOrd="0" presId="urn:microsoft.com/office/officeart/2005/8/layout/orgChart1"/>
    <dgm:cxn modelId="{EEF003DC-F4DA-49CA-A812-DFA686F583ED}" type="presParOf" srcId="{FEF0E022-AE47-4C9C-96B7-78783FDD0127}" destId="{EE810892-07E8-416F-A82B-FB9B8C6ACF12}" srcOrd="5" destOrd="0" presId="urn:microsoft.com/office/officeart/2005/8/layout/orgChart1"/>
    <dgm:cxn modelId="{759B0C18-6AE8-4BA2-8919-4054451C1F57}" type="presParOf" srcId="{EE810892-07E8-416F-A82B-FB9B8C6ACF12}" destId="{3857EB44-DDF2-4EF3-ABA9-4E6E56C08F10}" srcOrd="0" destOrd="0" presId="urn:microsoft.com/office/officeart/2005/8/layout/orgChart1"/>
    <dgm:cxn modelId="{6C2F7C1A-D034-4CF6-973A-D358ED0E47B2}" type="presParOf" srcId="{3857EB44-DDF2-4EF3-ABA9-4E6E56C08F10}" destId="{D79227DC-61A5-4403-9724-52A79753D7FC}" srcOrd="0" destOrd="0" presId="urn:microsoft.com/office/officeart/2005/8/layout/orgChart1"/>
    <dgm:cxn modelId="{FE543E2B-1EF3-473E-B9F1-B23D5C2A77A9}" type="presParOf" srcId="{3857EB44-DDF2-4EF3-ABA9-4E6E56C08F10}" destId="{E3F036F3-7467-4A8D-96F8-47E3CD94D927}" srcOrd="1" destOrd="0" presId="urn:microsoft.com/office/officeart/2005/8/layout/orgChart1"/>
    <dgm:cxn modelId="{1C5BE7EF-D4DF-4A99-9772-A95312963563}" type="presParOf" srcId="{EE810892-07E8-416F-A82B-FB9B8C6ACF12}" destId="{A33DDCC5-8D41-44FC-870A-9FCFFCECB718}" srcOrd="1" destOrd="0" presId="urn:microsoft.com/office/officeart/2005/8/layout/orgChart1"/>
    <dgm:cxn modelId="{8AF5BBF2-F4DD-4930-B1F5-705E6DD63A15}" type="presParOf" srcId="{EE810892-07E8-416F-A82B-FB9B8C6ACF12}" destId="{4817FDAC-A950-4137-A9E7-9B4E7A035644}" srcOrd="2" destOrd="0" presId="urn:microsoft.com/office/officeart/2005/8/layout/orgChart1"/>
    <dgm:cxn modelId="{53426E60-D384-4468-859F-802DF02169F5}" type="presParOf" srcId="{4ACC94A6-DE67-4255-A702-1C77AC6B1038}" destId="{C2169992-3FE4-42BA-A736-A0A76838CCE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F5D85-C803-4245-8006-AAA4FEF4E323}">
      <dsp:nvSpPr>
        <dsp:cNvPr id="0" name=""/>
        <dsp:cNvSpPr/>
      </dsp:nvSpPr>
      <dsp:spPr>
        <a:xfrm>
          <a:off x="5925845" y="2994047"/>
          <a:ext cx="4641158" cy="536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496"/>
              </a:lnTo>
              <a:lnTo>
                <a:pt x="4641158" y="268496"/>
              </a:lnTo>
              <a:lnTo>
                <a:pt x="4641158" y="5369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0F5DFF-42C8-4FC3-8143-61C46AC04D31}">
      <dsp:nvSpPr>
        <dsp:cNvPr id="0" name=""/>
        <dsp:cNvSpPr/>
      </dsp:nvSpPr>
      <dsp:spPr>
        <a:xfrm>
          <a:off x="5925845" y="2994047"/>
          <a:ext cx="1547052" cy="536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8496"/>
              </a:lnTo>
              <a:lnTo>
                <a:pt x="1547052" y="268496"/>
              </a:lnTo>
              <a:lnTo>
                <a:pt x="1547052" y="5369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3C2CB-4F63-4924-B8B7-53D628362106}">
      <dsp:nvSpPr>
        <dsp:cNvPr id="0" name=""/>
        <dsp:cNvSpPr/>
      </dsp:nvSpPr>
      <dsp:spPr>
        <a:xfrm>
          <a:off x="4378792" y="2994047"/>
          <a:ext cx="1547052" cy="536993"/>
        </a:xfrm>
        <a:custGeom>
          <a:avLst/>
          <a:gdLst/>
          <a:ahLst/>
          <a:cxnLst/>
          <a:rect l="0" t="0" r="0" b="0"/>
          <a:pathLst>
            <a:path>
              <a:moveTo>
                <a:pt x="1547052" y="0"/>
              </a:moveTo>
              <a:lnTo>
                <a:pt x="1547052" y="268496"/>
              </a:lnTo>
              <a:lnTo>
                <a:pt x="0" y="268496"/>
              </a:lnTo>
              <a:lnTo>
                <a:pt x="0" y="5369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B44C97-A7B9-40C9-B9F7-C787B9DA17C6}">
      <dsp:nvSpPr>
        <dsp:cNvPr id="0" name=""/>
        <dsp:cNvSpPr/>
      </dsp:nvSpPr>
      <dsp:spPr>
        <a:xfrm>
          <a:off x="1284686" y="2994047"/>
          <a:ext cx="4641158" cy="536993"/>
        </a:xfrm>
        <a:custGeom>
          <a:avLst/>
          <a:gdLst/>
          <a:ahLst/>
          <a:cxnLst/>
          <a:rect l="0" t="0" r="0" b="0"/>
          <a:pathLst>
            <a:path>
              <a:moveTo>
                <a:pt x="4641158" y="0"/>
              </a:moveTo>
              <a:lnTo>
                <a:pt x="4641158" y="268496"/>
              </a:lnTo>
              <a:lnTo>
                <a:pt x="0" y="268496"/>
              </a:lnTo>
              <a:lnTo>
                <a:pt x="0" y="5369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BA35FC-0062-4422-AFBB-9F84D957EB89}">
      <dsp:nvSpPr>
        <dsp:cNvPr id="0" name=""/>
        <dsp:cNvSpPr/>
      </dsp:nvSpPr>
      <dsp:spPr>
        <a:xfrm>
          <a:off x="4647288" y="1715491"/>
          <a:ext cx="2557112" cy="12785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+mn-lt"/>
            </a:rPr>
            <a:t>Создать</a:t>
          </a:r>
          <a:r>
            <a:rPr lang="en-US" sz="1600" b="1" kern="1200" dirty="0">
              <a:latin typeface="+mn-lt"/>
            </a:rPr>
            <a:t> </a:t>
          </a:r>
          <a:r>
            <a:rPr lang="ru-RU" sz="1600" b="1" kern="1200" dirty="0">
              <a:latin typeface="+mn-lt"/>
            </a:rPr>
            <a:t>консольное приложение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u="sng" kern="1200" dirty="0">
              <a:latin typeface="+mn-lt"/>
            </a:rPr>
            <a:t>Task</a:t>
          </a:r>
          <a:r>
            <a:rPr lang="ru-RU" sz="1600" b="1" u="sng" kern="1200" dirty="0">
              <a:latin typeface="+mn-lt"/>
            </a:rPr>
            <a:t> </a:t>
          </a:r>
          <a:r>
            <a:rPr lang="en-US" sz="1600" b="1" u="sng" kern="1200" dirty="0">
              <a:latin typeface="+mn-lt"/>
            </a:rPr>
            <a:t>Tracker</a:t>
          </a:r>
          <a:endParaRPr lang="ru-RU" sz="1600" b="1" u="sng" kern="1200" dirty="0">
            <a:latin typeface="+mn-lt"/>
          </a:endParaRPr>
        </a:p>
      </dsp:txBody>
      <dsp:txXfrm>
        <a:off x="4647288" y="1715491"/>
        <a:ext cx="2557112" cy="1278556"/>
      </dsp:txXfrm>
    </dsp:sp>
    <dsp:sp modelId="{A1E8B1B0-78F2-4D2C-BAA8-C64A8A4AAF46}">
      <dsp:nvSpPr>
        <dsp:cNvPr id="0" name=""/>
        <dsp:cNvSpPr/>
      </dsp:nvSpPr>
      <dsp:spPr>
        <a:xfrm>
          <a:off x="6130" y="3531040"/>
          <a:ext cx="2557112" cy="12785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Реализация объектной модели классов</a:t>
          </a:r>
          <a:endParaRPr lang="ru-RU" sz="2000" kern="1200" dirty="0"/>
        </a:p>
      </dsp:txBody>
      <dsp:txXfrm>
        <a:off x="6130" y="3531040"/>
        <a:ext cx="2557112" cy="1278556"/>
      </dsp:txXfrm>
    </dsp:sp>
    <dsp:sp modelId="{043477AC-6839-4544-98FB-D4F38034017A}">
      <dsp:nvSpPr>
        <dsp:cNvPr id="0" name=""/>
        <dsp:cNvSpPr/>
      </dsp:nvSpPr>
      <dsp:spPr>
        <a:xfrm>
          <a:off x="3100236" y="3531040"/>
          <a:ext cx="2557112" cy="12785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Реализация</a:t>
          </a:r>
          <a:r>
            <a:rPr lang="ru-RU" sz="2000" b="1" kern="1200" baseline="0" dirty="0"/>
            <a:t> полиморфизма</a:t>
          </a:r>
          <a:endParaRPr lang="ru-RU" sz="2000" b="1" kern="1200" dirty="0"/>
        </a:p>
      </dsp:txBody>
      <dsp:txXfrm>
        <a:off x="3100236" y="3531040"/>
        <a:ext cx="2557112" cy="1278556"/>
      </dsp:txXfrm>
    </dsp:sp>
    <dsp:sp modelId="{0FB679ED-4AB1-4ECB-A337-08D915F48141}">
      <dsp:nvSpPr>
        <dsp:cNvPr id="0" name=""/>
        <dsp:cNvSpPr/>
      </dsp:nvSpPr>
      <dsp:spPr>
        <a:xfrm>
          <a:off x="6194341" y="3531040"/>
          <a:ext cx="2557112" cy="12785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Реализация жизненного цикла задачи</a:t>
          </a:r>
          <a:endParaRPr lang="ru-RU" sz="2000" kern="1200" dirty="0"/>
        </a:p>
      </dsp:txBody>
      <dsp:txXfrm>
        <a:off x="6194341" y="3531040"/>
        <a:ext cx="2557112" cy="1278556"/>
      </dsp:txXfrm>
    </dsp:sp>
    <dsp:sp modelId="{04BDB4BA-7C53-4294-B833-C9A64F7CC4CC}">
      <dsp:nvSpPr>
        <dsp:cNvPr id="0" name=""/>
        <dsp:cNvSpPr/>
      </dsp:nvSpPr>
      <dsp:spPr>
        <a:xfrm>
          <a:off x="9288447" y="3531040"/>
          <a:ext cx="2557112" cy="12785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/>
            <a:t>Реализация пользовательского интерфейса</a:t>
          </a:r>
        </a:p>
      </dsp:txBody>
      <dsp:txXfrm>
        <a:off x="9288447" y="3531040"/>
        <a:ext cx="2557112" cy="1278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7E4D9-4DDE-46E7-915C-6B97DE2A8B55}">
      <dsp:nvSpPr>
        <dsp:cNvPr id="0" name=""/>
        <dsp:cNvSpPr/>
      </dsp:nvSpPr>
      <dsp:spPr>
        <a:xfrm>
          <a:off x="2601650" y="1261836"/>
          <a:ext cx="1840686" cy="319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729"/>
              </a:lnTo>
              <a:lnTo>
                <a:pt x="1840686" y="159729"/>
              </a:lnTo>
              <a:lnTo>
                <a:pt x="1840686" y="3194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852A5-4DFD-40C4-ABD2-993FCD63AFDB}">
      <dsp:nvSpPr>
        <dsp:cNvPr id="0" name=""/>
        <dsp:cNvSpPr/>
      </dsp:nvSpPr>
      <dsp:spPr>
        <a:xfrm>
          <a:off x="2555930" y="1261836"/>
          <a:ext cx="91440" cy="3194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4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F26F80-557F-4027-9A3D-C49D7464DFB8}">
      <dsp:nvSpPr>
        <dsp:cNvPr id="0" name=""/>
        <dsp:cNvSpPr/>
      </dsp:nvSpPr>
      <dsp:spPr>
        <a:xfrm>
          <a:off x="760963" y="1261836"/>
          <a:ext cx="1840686" cy="319458"/>
        </a:xfrm>
        <a:custGeom>
          <a:avLst/>
          <a:gdLst/>
          <a:ahLst/>
          <a:cxnLst/>
          <a:rect l="0" t="0" r="0" b="0"/>
          <a:pathLst>
            <a:path>
              <a:moveTo>
                <a:pt x="1840686" y="0"/>
              </a:moveTo>
              <a:lnTo>
                <a:pt x="1840686" y="159729"/>
              </a:lnTo>
              <a:lnTo>
                <a:pt x="0" y="159729"/>
              </a:lnTo>
              <a:lnTo>
                <a:pt x="0" y="3194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9C5F11-2FEF-4623-ABC6-8760BF0A622A}">
      <dsp:nvSpPr>
        <dsp:cNvPr id="0" name=""/>
        <dsp:cNvSpPr/>
      </dsp:nvSpPr>
      <dsp:spPr>
        <a:xfrm>
          <a:off x="1841036" y="501222"/>
          <a:ext cx="1521228" cy="7606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b="1" i="1" kern="1200" dirty="0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Абстрактный класс </a:t>
          </a:r>
          <a:r>
            <a:rPr lang="en-US" sz="1400" b="1" i="1" kern="1200" dirty="0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Task</a:t>
          </a:r>
          <a:endParaRPr lang="ru-RU" sz="1400" kern="1200" dirty="0"/>
        </a:p>
      </dsp:txBody>
      <dsp:txXfrm>
        <a:off x="1841036" y="501222"/>
        <a:ext cx="1521228" cy="760614"/>
      </dsp:txXfrm>
    </dsp:sp>
    <dsp:sp modelId="{0DC02FA9-DCF1-4E72-8152-EF97B4C7ED9F}">
      <dsp:nvSpPr>
        <dsp:cNvPr id="0" name=""/>
        <dsp:cNvSpPr/>
      </dsp:nvSpPr>
      <dsp:spPr>
        <a:xfrm>
          <a:off x="349" y="1581294"/>
          <a:ext cx="1521228" cy="7606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1400" b="1" i="1" kern="1200" dirty="0" err="1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BugTask</a:t>
          </a:r>
          <a:r>
            <a:rPr lang="ru-RU" sz="1400" b="1" i="1" kern="1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 (Баг)</a:t>
          </a:r>
          <a:endParaRPr lang="ru-RU" sz="1400" kern="1200" dirty="0"/>
        </a:p>
      </dsp:txBody>
      <dsp:txXfrm>
        <a:off x="349" y="1581294"/>
        <a:ext cx="1521228" cy="760614"/>
      </dsp:txXfrm>
    </dsp:sp>
    <dsp:sp modelId="{2036FF65-80B3-404F-9F0B-4DB2EEF7975B}">
      <dsp:nvSpPr>
        <dsp:cNvPr id="0" name=""/>
        <dsp:cNvSpPr/>
      </dsp:nvSpPr>
      <dsp:spPr>
        <a:xfrm>
          <a:off x="1841036" y="1581294"/>
          <a:ext cx="1521228" cy="7606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 err="1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FeatureTask</a:t>
          </a:r>
          <a:r>
            <a:rPr lang="ru-RU" sz="1400" b="1" i="1" kern="1200" dirty="0">
              <a:effectLst/>
              <a:latin typeface="Times New Roman" panose="02020603050405020304" pitchFamily="18" charset="0"/>
              <a:ea typeface="MS Mincho" panose="02020609040205080304" pitchFamily="49" charset="-128"/>
            </a:rPr>
            <a:t> (Фича</a:t>
          </a:r>
          <a:r>
            <a:rPr lang="ru-RU" sz="1400" b="1" i="1" kern="1200" dirty="0">
              <a:latin typeface="Times New Roman" panose="02020603050405020304" pitchFamily="18" charset="0"/>
              <a:ea typeface="MS Mincho" panose="02020609040205080304" pitchFamily="49" charset="-128"/>
            </a:rPr>
            <a:t>)</a:t>
          </a:r>
          <a:endParaRPr lang="ru-RU" sz="1400" kern="1200" dirty="0"/>
        </a:p>
      </dsp:txBody>
      <dsp:txXfrm>
        <a:off x="1841036" y="1581294"/>
        <a:ext cx="1521228" cy="760614"/>
      </dsp:txXfrm>
    </dsp:sp>
    <dsp:sp modelId="{D79227DC-61A5-4403-9724-52A79753D7FC}">
      <dsp:nvSpPr>
        <dsp:cNvPr id="0" name=""/>
        <dsp:cNvSpPr/>
      </dsp:nvSpPr>
      <dsp:spPr>
        <a:xfrm>
          <a:off x="3681722" y="1581294"/>
          <a:ext cx="1521228" cy="7606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DocumentationTask</a:t>
          </a:r>
          <a:r>
            <a:rPr lang="ru-RU" sz="1400" b="1" i="1" kern="12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rPr>
            <a:t> (Документация)</a:t>
          </a:r>
          <a:endParaRPr lang="ru-RU" sz="1400" kern="1200" dirty="0">
            <a:effectLst/>
            <a:latin typeface="Times New Roman" panose="02020603050405020304" pitchFamily="18" charset="0"/>
            <a:ea typeface="MS Mincho" panose="02020609040205080304" pitchFamily="49" charset="-128"/>
            <a:cs typeface="Times New Roman" panose="02020603050405020304" pitchFamily="18" charset="0"/>
          </a:endParaRPr>
        </a:p>
      </dsp:txBody>
      <dsp:txXfrm>
        <a:off x="3681722" y="1581294"/>
        <a:ext cx="1521228" cy="760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6AD3E-D4E2-460A-81E1-57A20C9B450A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3061-9593-44D4-A63C-E5B85802C7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60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AAE5A-F614-47DE-A925-E1F7D2473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71A44C-D8F6-4830-9878-DF7D49655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6B97BC-6465-443A-9026-4FA63751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70EC-860E-4C78-AD71-541469ED0376}" type="datetime1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DCBCEE-4208-4DA9-8B82-196D8D44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95572C-FB11-40AD-87F0-1A1D0014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39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1DEE6-B82F-4E8F-B683-27BD0971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5A8030-AC05-4EE2-AD37-CF062FC8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FCF93-FCBC-4D60-9E45-06432BA1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6D5C-05C2-42FE-862B-01C977FD93D1}" type="datetime1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EA734A-F88D-49F7-BDCA-211FA5F8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1B4103-3469-42CA-94D1-F80CF80A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43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9ECA7-D242-4F4B-ABD4-F901728E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7ED342-9C06-4F47-AC1E-6C3E06161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28353-B0F3-4F39-B010-E50FDF48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6F90E-6AF7-42E0-87D2-F1FD3E84A1C0}" type="datetime1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841A63-BE40-478A-8242-55120994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8D7AB-7758-4364-B334-84AF62E0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7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AF773-EE69-4A0D-97F3-669813B1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F3297-55C6-44DF-B10B-9FAD12125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EC04DC-CAF2-42D0-9CA1-1E5D0963F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404C13-2580-4E34-8EEC-70509094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4E1B-7144-4401-B52E-C6BACF4BA89E}" type="datetime1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81E36-FA43-4FC3-9414-19E79BF9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3B18DF-7240-4AE3-B44F-3100BF00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8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C380E-1C0E-4261-9F50-4DB08579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72E56F-D9BA-4443-AE1B-64A47027C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AE6378-7C5F-49A0-9335-AD01E52EC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6DB0C0-41EF-4B7F-9E18-EACD736AD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5EC559-9169-4628-9831-253D216BF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724FB6F-AB6C-40B1-976B-E05C8165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5B63-DCEA-496E-B35D-EFD293917B6B}" type="datetime1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546BB4-CC8E-40BC-98A5-84325FDF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D3F3243-51B4-495F-A6E4-2471B516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86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C8E23-520B-4266-AE1D-67F5C803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861DFA-05E8-40F2-87DB-DE52D670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1B-C75E-4D47-AC56-12CD7873E1A0}" type="datetime1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DF3A2F-3ADD-4CD8-99D7-DEA267EC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32A016-787A-452C-AD51-804ED744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57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49DE22-7D5A-492D-807B-1EF1506E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F4037-9687-4A27-90D2-2E770288A671}" type="datetime1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5C5DE3-3CD1-4D00-B5D9-ED89E347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3B6BFC-1181-4C12-A6ED-4943ED8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4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6ED9C-7A1F-4C74-B103-B0A5F573A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FEA02-F3B8-4604-B3CD-F37D0063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EBB1FC-69DD-4CC8-878B-891D4FA43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95EA34-2DA7-4A49-BE55-18622FB6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46E46-8C15-49B3-B8F5-AA54675B90B4}" type="datetime1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CB8E1C-FEB6-47AC-9459-30510A46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7E426A-EB1A-4D59-82FE-374740DB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39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FEAA4-6C64-4161-AA73-00EA1C32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302402-212F-4EDD-8015-9E1F0D932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E9C9A8-052E-4069-9CF2-353192E72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45B972-56A0-4D71-9188-451F4E48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97FA6-29B7-4EB9-959E-3C9277D70070}" type="datetime1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2DF97E-2FE8-4511-8E93-B5E7A4B8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237234-01F2-4C2F-AEC9-5711340A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93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C598B-E1C9-453A-85FA-2FC629BE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8BB4E1-B5B6-4FA2-B655-F0DCFC409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D1576D-4B86-47F6-B944-CDAE43B3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A71D3-5B33-46CE-8E6E-9584A60344DD}" type="datetime1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04B19F-BB5E-4517-ABDF-DF12AD5C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E7DD52-4E01-4F36-8126-6B0E60AB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55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D2601C4-7CE6-4F44-81AA-A4A3E222D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2ABB75-E830-4124-8194-5F16365F9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B15BE6-1F4B-455D-837B-3AC93190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182D-0122-4295-B86E-9E770C731C90}" type="datetime1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10EB3-2304-46EA-B4B7-75D434FF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06F26-F674-45D9-93AE-0D23577E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9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E1B21-4C5E-435F-9246-B3CCF52A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0E7C8B-E0C1-4A40-83B2-3A47A8C11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5574D-D804-4A5A-B16E-669895306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E2350-7076-4AD6-A9E3-7F489C92E38D}" type="datetime1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03355-B2D1-47A3-8096-FB5B4FBC7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0759F3-7DC1-4F8D-8640-0E50710D9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4FF5B-EC31-4260-BC73-B698F9B6DD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7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логотип, эмбле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1FD6353-61E0-BE29-95B2-DFFD8F8E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A34327-538D-4CDD-BD45-B99ABA428FC9}"/>
              </a:ext>
            </a:extLst>
          </p:cNvPr>
          <p:cNvSpPr txBox="1"/>
          <p:nvPr/>
        </p:nvSpPr>
        <p:spPr>
          <a:xfrm>
            <a:off x="8531442" y="5272006"/>
            <a:ext cx="3444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2"/>
                </a:solidFill>
              </a:rPr>
              <a:t>Выполнили студенты группы 15.27Д-ПИ03/25б</a:t>
            </a:r>
          </a:p>
          <a:p>
            <a:pPr algn="r"/>
            <a:r>
              <a:rPr lang="ru-RU" dirty="0">
                <a:solidFill>
                  <a:schemeClr val="bg2"/>
                </a:solidFill>
              </a:rPr>
              <a:t>Герман Виктория</a:t>
            </a:r>
          </a:p>
          <a:p>
            <a:pPr algn="r"/>
            <a:r>
              <a:rPr lang="ru-RU" dirty="0">
                <a:solidFill>
                  <a:schemeClr val="bg2"/>
                </a:solidFill>
              </a:rPr>
              <a:t>Миронович Анна</a:t>
            </a:r>
          </a:p>
          <a:p>
            <a:pPr algn="r"/>
            <a:r>
              <a:rPr lang="ru-RU" dirty="0">
                <a:solidFill>
                  <a:schemeClr val="bg2"/>
                </a:solidFill>
              </a:rPr>
              <a:t>Малышева Дарья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42477-FC36-448C-B691-616F3F52E4F8}"/>
              </a:ext>
            </a:extLst>
          </p:cNvPr>
          <p:cNvSpPr txBox="1"/>
          <p:nvPr/>
        </p:nvSpPr>
        <p:spPr>
          <a:xfrm>
            <a:off x="2077375" y="2705725"/>
            <a:ext cx="781234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MS Mincho" panose="02020609040205080304" pitchFamily="49" charset="-128"/>
              </a:rPr>
              <a:t>«Система управления задачами (</a:t>
            </a:r>
            <a:r>
              <a:rPr lang="en-US" sz="44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MS Mincho" panose="02020609040205080304" pitchFamily="49" charset="-128"/>
              </a:rPr>
              <a:t>Task Tracker</a:t>
            </a:r>
            <a:r>
              <a:rPr lang="ru-RU" sz="4400" b="1" dirty="0">
                <a:solidFill>
                  <a:schemeClr val="bg1"/>
                </a:solidFill>
                <a:effectLst/>
                <a:latin typeface="Arial Narrow" panose="020B0606020202030204" pitchFamily="34" charset="0"/>
                <a:ea typeface="MS Mincho" panose="02020609040205080304" pitchFamily="49" charset="-128"/>
              </a:rPr>
              <a:t>)»</a:t>
            </a:r>
            <a:endParaRPr lang="ru-RU" sz="4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292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 number">
            <a:extLst>
              <a:ext uri="{FF2B5EF4-FFF2-40B4-BE49-F238E27FC236}">
                <a16:creationId xmlns:a16="http://schemas.microsoft.com/office/drawing/2014/main" id="{81A9C515-2922-46EE-9595-987FE1A9680C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1" name="page number">
              <a:extLst>
                <a:ext uri="{FF2B5EF4-FFF2-40B4-BE49-F238E27FC236}">
                  <a16:creationId xmlns:a16="http://schemas.microsoft.com/office/drawing/2014/main" id="{F1E26E1E-6172-40E1-ADD5-644574586879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2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rectangles">
              <a:extLst>
                <a:ext uri="{FF2B5EF4-FFF2-40B4-BE49-F238E27FC236}">
                  <a16:creationId xmlns:a16="http://schemas.microsoft.com/office/drawing/2014/main" id="{F863B706-6EB9-4B6B-8A89-756CA429D8ED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3" name="rectangle">
                <a:extLst>
                  <a:ext uri="{FF2B5EF4-FFF2-40B4-BE49-F238E27FC236}">
                    <a16:creationId xmlns:a16="http://schemas.microsoft.com/office/drawing/2014/main" id="{67D06FD4-79D9-4C6C-AB08-EB37D878B76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BF2211AF-C66F-4CCA-A780-5E80FAE39454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F70AFA75-21D9-4813-8C2B-A8AE316B9422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675F99D-7D60-4462-8147-6B0833673273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17" name="Рисунок 16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A21CF10-051E-12E8-7FFC-2821B4BC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1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A3AF24-68CE-40EB-AB46-C845C6E95EAC}"/>
              </a:ext>
            </a:extLst>
          </p:cNvPr>
          <p:cNvCxnSpPr/>
          <p:nvPr/>
        </p:nvCxnSpPr>
        <p:spPr>
          <a:xfrm>
            <a:off x="257452" y="834501"/>
            <a:ext cx="83982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DEC27B1-E1A2-4617-BE2A-40318CAE1302}"/>
              </a:ext>
            </a:extLst>
          </p:cNvPr>
          <p:cNvSpPr txBox="1"/>
          <p:nvPr/>
        </p:nvSpPr>
        <p:spPr>
          <a:xfrm>
            <a:off x="319596" y="301841"/>
            <a:ext cx="8220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Цель и задачи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D91E293A-5C50-4D69-939F-7B01DFD53E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7152993"/>
              </p:ext>
            </p:extLst>
          </p:nvPr>
        </p:nvGraphicFramePr>
        <p:xfrm>
          <a:off x="257452" y="168676"/>
          <a:ext cx="11851690" cy="6525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B9EF24-400E-4D4A-826E-2DDAF8CA145C}"/>
              </a:ext>
            </a:extLst>
          </p:cNvPr>
          <p:cNvSpPr txBox="1"/>
          <p:nvPr/>
        </p:nvSpPr>
        <p:spPr>
          <a:xfrm>
            <a:off x="5513033" y="28763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986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 number">
            <a:extLst>
              <a:ext uri="{FF2B5EF4-FFF2-40B4-BE49-F238E27FC236}">
                <a16:creationId xmlns:a16="http://schemas.microsoft.com/office/drawing/2014/main" id="{81A9C515-2922-46EE-9595-987FE1A9680C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1" name="page number">
              <a:extLst>
                <a:ext uri="{FF2B5EF4-FFF2-40B4-BE49-F238E27FC236}">
                  <a16:creationId xmlns:a16="http://schemas.microsoft.com/office/drawing/2014/main" id="{F1E26E1E-6172-40E1-ADD5-644574586879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3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rectangles">
              <a:extLst>
                <a:ext uri="{FF2B5EF4-FFF2-40B4-BE49-F238E27FC236}">
                  <a16:creationId xmlns:a16="http://schemas.microsoft.com/office/drawing/2014/main" id="{F863B706-6EB9-4B6B-8A89-756CA429D8ED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3" name="rectangle">
                <a:extLst>
                  <a:ext uri="{FF2B5EF4-FFF2-40B4-BE49-F238E27FC236}">
                    <a16:creationId xmlns:a16="http://schemas.microsoft.com/office/drawing/2014/main" id="{67D06FD4-79D9-4C6C-AB08-EB37D878B76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BF2211AF-C66F-4CCA-A780-5E80FAE39454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F70AFA75-21D9-4813-8C2B-A8AE316B9422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675F99D-7D60-4462-8147-6B0833673273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17" name="Рисунок 16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A21CF10-051E-12E8-7FFC-2821B4BC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1"/>
          </a:xfrm>
          <a:prstGeom prst="rect">
            <a:avLst/>
          </a:prstGeom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B432E2D-42D9-4FB2-9F80-B31101F8D1A4}"/>
              </a:ext>
            </a:extLst>
          </p:cNvPr>
          <p:cNvCxnSpPr/>
          <p:nvPr/>
        </p:nvCxnSpPr>
        <p:spPr>
          <a:xfrm>
            <a:off x="257452" y="834501"/>
            <a:ext cx="83982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243D98-C23A-43DF-9670-767A44E45B3B}"/>
              </a:ext>
            </a:extLst>
          </p:cNvPr>
          <p:cNvSpPr txBox="1"/>
          <p:nvPr/>
        </p:nvSpPr>
        <p:spPr>
          <a:xfrm>
            <a:off x="257452" y="257452"/>
            <a:ext cx="83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Предметная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25644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 number">
            <a:extLst>
              <a:ext uri="{FF2B5EF4-FFF2-40B4-BE49-F238E27FC236}">
                <a16:creationId xmlns:a16="http://schemas.microsoft.com/office/drawing/2014/main" id="{81A9C515-2922-46EE-9595-987FE1A9680C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1" name="page number">
              <a:extLst>
                <a:ext uri="{FF2B5EF4-FFF2-40B4-BE49-F238E27FC236}">
                  <a16:creationId xmlns:a16="http://schemas.microsoft.com/office/drawing/2014/main" id="{F1E26E1E-6172-40E1-ADD5-644574586879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4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rectangles">
              <a:extLst>
                <a:ext uri="{FF2B5EF4-FFF2-40B4-BE49-F238E27FC236}">
                  <a16:creationId xmlns:a16="http://schemas.microsoft.com/office/drawing/2014/main" id="{F863B706-6EB9-4B6B-8A89-756CA429D8ED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3" name="rectangle">
                <a:extLst>
                  <a:ext uri="{FF2B5EF4-FFF2-40B4-BE49-F238E27FC236}">
                    <a16:creationId xmlns:a16="http://schemas.microsoft.com/office/drawing/2014/main" id="{67D06FD4-79D9-4C6C-AB08-EB37D878B76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BF2211AF-C66F-4CCA-A780-5E80FAE39454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F70AFA75-21D9-4813-8C2B-A8AE316B9422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675F99D-7D60-4462-8147-6B0833673273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17" name="Рисунок 16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A21CF10-051E-12E8-7FFC-2821B4BC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1"/>
          </a:xfrm>
          <a:prstGeom prst="rect">
            <a:avLst/>
          </a:prstGeom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B432E2D-42D9-4FB2-9F80-B31101F8D1A4}"/>
              </a:ext>
            </a:extLst>
          </p:cNvPr>
          <p:cNvCxnSpPr/>
          <p:nvPr/>
        </p:nvCxnSpPr>
        <p:spPr>
          <a:xfrm>
            <a:off x="257452" y="834501"/>
            <a:ext cx="83982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243D98-C23A-43DF-9670-767A44E45B3B}"/>
              </a:ext>
            </a:extLst>
          </p:cNvPr>
          <p:cNvSpPr txBox="1"/>
          <p:nvPr/>
        </p:nvSpPr>
        <p:spPr>
          <a:xfrm>
            <a:off x="257452" y="257452"/>
            <a:ext cx="83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Реализация объектной модели классов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26158E-0E95-44FC-AAC4-829B50B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50" t="39094" r="55728" b="30226"/>
          <a:stretch/>
        </p:blipFill>
        <p:spPr>
          <a:xfrm>
            <a:off x="257452" y="1042219"/>
            <a:ext cx="6456439" cy="27227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8322A9-224D-43C3-BA87-1B634F16A8A7}"/>
              </a:ext>
            </a:extLst>
          </p:cNvPr>
          <p:cNvSpPr txBox="1"/>
          <p:nvPr/>
        </p:nvSpPr>
        <p:spPr>
          <a:xfrm>
            <a:off x="7129588" y="2067633"/>
            <a:ext cx="44921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Реализованы: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Базовый абстрактный класс </a:t>
            </a:r>
            <a:r>
              <a:rPr lang="en-US" sz="18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Task</a:t>
            </a:r>
            <a:endParaRPr lang="ru-RU" sz="1800" b="1" i="1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Производный класс </a:t>
            </a:r>
            <a:r>
              <a:rPr lang="en-US" b="1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BugTask</a:t>
            </a:r>
            <a:r>
              <a:rPr lang="ru-RU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(Баг)</a:t>
            </a:r>
            <a:endParaRPr lang="ru-RU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Производный класс </a:t>
            </a:r>
            <a:r>
              <a:rPr lang="en-US" b="1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FeatureTask</a:t>
            </a:r>
            <a:r>
              <a:rPr lang="ru-RU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(Фича</a:t>
            </a:r>
            <a:r>
              <a:rPr lang="ru-RU" b="1" i="1" dirty="0">
                <a:latin typeface="Times New Roman" panose="02020603050405020304" pitchFamily="18" charset="0"/>
                <a:ea typeface="MS Mincho" panose="02020609040205080304" pitchFamily="49" charset="-128"/>
              </a:rPr>
              <a:t>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Производный класс </a:t>
            </a:r>
            <a:r>
              <a:rPr lang="en-US" b="1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DocumentationTask</a:t>
            </a:r>
            <a:r>
              <a:rPr lang="ru-RU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(Документация)</a:t>
            </a:r>
            <a:endParaRPr lang="ru-RU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378E42D5-FB81-4B6B-B63D-902038A215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250288"/>
              </p:ext>
            </p:extLst>
          </p:nvPr>
        </p:nvGraphicFramePr>
        <p:xfrm>
          <a:off x="647083" y="3764952"/>
          <a:ext cx="5203301" cy="2843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45523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 number">
            <a:extLst>
              <a:ext uri="{FF2B5EF4-FFF2-40B4-BE49-F238E27FC236}">
                <a16:creationId xmlns:a16="http://schemas.microsoft.com/office/drawing/2014/main" id="{81A9C515-2922-46EE-9595-987FE1A9680C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1" name="page number">
              <a:extLst>
                <a:ext uri="{FF2B5EF4-FFF2-40B4-BE49-F238E27FC236}">
                  <a16:creationId xmlns:a16="http://schemas.microsoft.com/office/drawing/2014/main" id="{F1E26E1E-6172-40E1-ADD5-644574586879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5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rectangles">
              <a:extLst>
                <a:ext uri="{FF2B5EF4-FFF2-40B4-BE49-F238E27FC236}">
                  <a16:creationId xmlns:a16="http://schemas.microsoft.com/office/drawing/2014/main" id="{F863B706-6EB9-4B6B-8A89-756CA429D8ED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3" name="rectangle">
                <a:extLst>
                  <a:ext uri="{FF2B5EF4-FFF2-40B4-BE49-F238E27FC236}">
                    <a16:creationId xmlns:a16="http://schemas.microsoft.com/office/drawing/2014/main" id="{67D06FD4-79D9-4C6C-AB08-EB37D878B76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BF2211AF-C66F-4CCA-A780-5E80FAE39454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F70AFA75-21D9-4813-8C2B-A8AE316B9422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675F99D-7D60-4462-8147-6B0833673273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17" name="Рисунок 16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A21CF10-051E-12E8-7FFC-2821B4BC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1"/>
          </a:xfrm>
          <a:prstGeom prst="rect">
            <a:avLst/>
          </a:prstGeom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B432E2D-42D9-4FB2-9F80-B31101F8D1A4}"/>
              </a:ext>
            </a:extLst>
          </p:cNvPr>
          <p:cNvCxnSpPr/>
          <p:nvPr/>
        </p:nvCxnSpPr>
        <p:spPr>
          <a:xfrm>
            <a:off x="257452" y="834501"/>
            <a:ext cx="83982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243D98-C23A-43DF-9670-767A44E45B3B}"/>
              </a:ext>
            </a:extLst>
          </p:cNvPr>
          <p:cNvSpPr txBox="1"/>
          <p:nvPr/>
        </p:nvSpPr>
        <p:spPr>
          <a:xfrm>
            <a:off x="257452" y="257452"/>
            <a:ext cx="83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Полиморфизм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6FE8FA-EB21-4BA9-BC17-98D7ECE29F8D}"/>
              </a:ext>
            </a:extLst>
          </p:cNvPr>
          <p:cNvSpPr/>
          <p:nvPr/>
        </p:nvSpPr>
        <p:spPr>
          <a:xfrm>
            <a:off x="621437" y="1042220"/>
            <a:ext cx="5474563" cy="57491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class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Task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</a:t>
            </a:r>
            <a:r>
              <a:rPr lang="ru-RU" sz="1600" b="0" dirty="0">
                <a:solidFill>
                  <a:srgbClr val="FFFFFF"/>
                </a:solidFill>
                <a:effectLst/>
              </a:rPr>
              <a:t>…</a:t>
            </a:r>
            <a:endParaRPr lang="en-US" sz="1600" b="0" dirty="0">
              <a:solidFill>
                <a:srgbClr val="FFFFFF"/>
              </a:solidFill>
              <a:effectLst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</a:rPr>
              <a:t>	virtual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getTaskType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=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</a:rPr>
              <a:t>0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;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	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virtual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getDetailedInfo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=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</a:rPr>
              <a:t>0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;</a:t>
            </a:r>
          </a:p>
          <a:p>
            <a:r>
              <a:rPr lang="ru-RU" sz="1600" b="0" dirty="0">
                <a:solidFill>
                  <a:srgbClr val="FFFFFF"/>
                </a:solidFill>
                <a:effectLst/>
              </a:rPr>
              <a:t>…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}______________________________________________</a:t>
            </a:r>
          </a:p>
          <a:p>
            <a:endParaRPr lang="en-US" sz="1600" b="0" dirty="0">
              <a:solidFill>
                <a:srgbClr val="FFFFFF"/>
              </a:solidFill>
              <a:effectLst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</a:rPr>
              <a:t>class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</a:rPr>
              <a:t>BugTask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: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public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Task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{…</a:t>
            </a:r>
          </a:p>
          <a:p>
            <a:r>
              <a:rPr lang="en-US" sz="1600" dirty="0">
                <a:solidFill>
                  <a:srgbClr val="FFFFFF"/>
                </a:solidFill>
              </a:rPr>
              <a:t>	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getTaskType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override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 </a:t>
            </a:r>
            <a:r>
              <a:rPr lang="en-US" sz="1600" b="0" dirty="0">
                <a:solidFill>
                  <a:srgbClr val="C586C0"/>
                </a:solidFill>
                <a:effectLst/>
              </a:rPr>
              <a:t>return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"Bug"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; }</a:t>
            </a:r>
          </a:p>
          <a:p>
            <a:br>
              <a:rPr lang="en-US" sz="1600" b="0" dirty="0">
                <a:solidFill>
                  <a:srgbClr val="FFFFFF"/>
                </a:solidFill>
                <a:effectLst/>
              </a:rPr>
            </a:br>
            <a:r>
              <a:rPr lang="en-US" sz="1600" b="0" dirty="0">
                <a:solidFill>
                  <a:srgbClr val="FFFFFF"/>
                </a:solidFill>
                <a:effectLst/>
              </a:rPr>
              <a:t>   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getDetailedInfo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override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    </a:t>
            </a:r>
            <a:r>
              <a:rPr lang="en-US" sz="1600" b="0" dirty="0">
                <a:solidFill>
                  <a:srgbClr val="C586C0"/>
                </a:solidFill>
                <a:effectLst/>
              </a:rPr>
              <a:t>return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"Severity: 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severity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\n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endParaRPr lang="en-US" sz="1600" b="0" dirty="0">
              <a:solidFill>
                <a:srgbClr val="FFFFFF"/>
              </a:solidFill>
              <a:effectLst/>
            </a:endParaRP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           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"Step by step: 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FFFFFF"/>
                </a:solidFill>
                <a:effectLst/>
              </a:rPr>
              <a:t>stepsToReproduce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;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}____________________________________________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5F351C2-8909-41EA-A0C3-0FB916105AD8}"/>
              </a:ext>
            </a:extLst>
          </p:cNvPr>
          <p:cNvSpPr/>
          <p:nvPr/>
        </p:nvSpPr>
        <p:spPr>
          <a:xfrm>
            <a:off x="6391922" y="1042219"/>
            <a:ext cx="5246703" cy="5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569CD6"/>
                </a:solidFill>
                <a:effectLst/>
              </a:rPr>
              <a:t>class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</a:rPr>
              <a:t>FeatureTask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: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public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Task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{…</a:t>
            </a:r>
          </a:p>
          <a:p>
            <a:r>
              <a:rPr lang="en-US" sz="1600" dirty="0">
                <a:solidFill>
                  <a:srgbClr val="FFFFFF"/>
                </a:solidFill>
              </a:rPr>
              <a:t>	</a:t>
            </a:r>
            <a:endParaRPr lang="en-US" sz="1600" b="0" dirty="0">
              <a:solidFill>
                <a:srgbClr val="FFFFFF"/>
              </a:solidFill>
              <a:effectLst/>
            </a:endParaRP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getTaskType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override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 </a:t>
            </a:r>
            <a:r>
              <a:rPr lang="en-US" sz="1600" b="0" dirty="0">
                <a:solidFill>
                  <a:srgbClr val="C586C0"/>
                </a:solidFill>
                <a:effectLst/>
              </a:rPr>
              <a:t>return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"Feature"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; }</a:t>
            </a:r>
          </a:p>
          <a:p>
            <a:br>
              <a:rPr lang="en-US" sz="1600" b="0" dirty="0">
                <a:solidFill>
                  <a:srgbClr val="FFFFFF"/>
                </a:solidFill>
                <a:effectLst/>
              </a:rPr>
            </a:br>
            <a:r>
              <a:rPr lang="en-US" sz="1600" b="0" dirty="0">
                <a:solidFill>
                  <a:srgbClr val="FFFFFF"/>
                </a:solidFill>
                <a:effectLst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getDetailedInfo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override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</a:rPr>
              <a:t>return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"Business Requirement: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\n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FFFFFF"/>
                </a:solidFill>
                <a:effectLst/>
              </a:rPr>
              <a:t>businessRequirement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\n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"Estimated Hours: 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to_string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</a:t>
            </a:r>
            <a:r>
              <a:rPr lang="en-US" sz="1600" b="0" dirty="0" err="1">
                <a:solidFill>
                  <a:srgbClr val="FFFFFF"/>
                </a:solidFill>
                <a:effectLst/>
              </a:rPr>
              <a:t>estimatedHours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);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        }______________________________________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</a:t>
            </a:r>
          </a:p>
          <a:p>
            <a:r>
              <a:rPr lang="en-US" sz="1600" b="0" dirty="0">
                <a:solidFill>
                  <a:srgbClr val="569CD6"/>
                </a:solidFill>
                <a:effectLst/>
              </a:rPr>
              <a:t>class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</a:rPr>
              <a:t>DocumentationTask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: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public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Task {</a:t>
            </a:r>
          </a:p>
          <a:p>
            <a:r>
              <a:rPr lang="en-US" sz="1600" b="0" dirty="0">
                <a:solidFill>
                  <a:srgbClr val="4EC9B0"/>
                </a:solidFill>
                <a:effectLst/>
              </a:rPr>
              <a:t>	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getTaskType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override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 </a:t>
            </a:r>
            <a:r>
              <a:rPr lang="en-US" sz="1600" b="0" dirty="0">
                <a:solidFill>
                  <a:srgbClr val="C586C0"/>
                </a:solidFill>
                <a:effectLst/>
              </a:rPr>
              <a:t>return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"Feature"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; }</a:t>
            </a:r>
          </a:p>
          <a:p>
            <a:br>
              <a:rPr lang="en-US" sz="1600" b="0" dirty="0">
                <a:solidFill>
                  <a:srgbClr val="FFFFFF"/>
                </a:solidFill>
                <a:effectLst/>
              </a:rPr>
            </a:br>
            <a:r>
              <a:rPr lang="en-US" sz="1600" b="0" dirty="0">
                <a:solidFill>
                  <a:srgbClr val="FFFFFF"/>
                </a:solidFill>
                <a:effectLst/>
              </a:rPr>
              <a:t>        </a:t>
            </a:r>
            <a:r>
              <a:rPr lang="en-US" sz="1600" b="0" dirty="0">
                <a:solidFill>
                  <a:srgbClr val="4EC9B0"/>
                </a:solidFill>
                <a:effectLst/>
              </a:rPr>
              <a:t>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getDetailedInfo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()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const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override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{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        </a:t>
            </a:r>
            <a:r>
              <a:rPr lang="en-US" sz="1600" b="0" dirty="0">
                <a:solidFill>
                  <a:srgbClr val="C586C0"/>
                </a:solidFill>
                <a:effectLst/>
              </a:rPr>
              <a:t>return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"Business Requirement: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\n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FFFFFF"/>
                </a:solidFill>
                <a:effectLst/>
              </a:rPr>
              <a:t>businessRequirement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</a:rPr>
              <a:t>\n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</a:rPr>
              <a:t>"Estimated Hours: "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</a:rPr>
              <a:t>+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</a:rPr>
              <a:t>to_string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(</a:t>
            </a:r>
            <a:r>
              <a:rPr lang="en-US" sz="1600" b="0" dirty="0" err="1">
                <a:solidFill>
                  <a:srgbClr val="FFFFFF"/>
                </a:solidFill>
                <a:effectLst/>
              </a:rPr>
              <a:t>estimatedHours</a:t>
            </a:r>
            <a:r>
              <a:rPr lang="en-US" sz="1600" b="0" dirty="0">
                <a:solidFill>
                  <a:srgbClr val="FFFFFF"/>
                </a:solidFill>
                <a:effectLst/>
              </a:rPr>
              <a:t>);</a:t>
            </a:r>
          </a:p>
          <a:p>
            <a:r>
              <a:rPr lang="en-US" sz="1600" b="0" dirty="0">
                <a:solidFill>
                  <a:srgbClr val="FFFFFF"/>
                </a:solidFill>
                <a:effectLst/>
              </a:rPr>
              <a:t>            }______________________________________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9187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 number">
            <a:extLst>
              <a:ext uri="{FF2B5EF4-FFF2-40B4-BE49-F238E27FC236}">
                <a16:creationId xmlns:a16="http://schemas.microsoft.com/office/drawing/2014/main" id="{81A9C515-2922-46EE-9595-987FE1A9680C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1" name="page number">
              <a:extLst>
                <a:ext uri="{FF2B5EF4-FFF2-40B4-BE49-F238E27FC236}">
                  <a16:creationId xmlns:a16="http://schemas.microsoft.com/office/drawing/2014/main" id="{F1E26E1E-6172-40E1-ADD5-644574586879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6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rectangles">
              <a:extLst>
                <a:ext uri="{FF2B5EF4-FFF2-40B4-BE49-F238E27FC236}">
                  <a16:creationId xmlns:a16="http://schemas.microsoft.com/office/drawing/2014/main" id="{F863B706-6EB9-4B6B-8A89-756CA429D8ED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3" name="rectangle">
                <a:extLst>
                  <a:ext uri="{FF2B5EF4-FFF2-40B4-BE49-F238E27FC236}">
                    <a16:creationId xmlns:a16="http://schemas.microsoft.com/office/drawing/2014/main" id="{67D06FD4-79D9-4C6C-AB08-EB37D878B76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BF2211AF-C66F-4CCA-A780-5E80FAE39454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F70AFA75-21D9-4813-8C2B-A8AE316B9422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675F99D-7D60-4462-8147-6B0833673273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17" name="Рисунок 16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A21CF10-051E-12E8-7FFC-2821B4BC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1"/>
          </a:xfrm>
          <a:prstGeom prst="rect">
            <a:avLst/>
          </a:prstGeom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B432E2D-42D9-4FB2-9F80-B31101F8D1A4}"/>
              </a:ext>
            </a:extLst>
          </p:cNvPr>
          <p:cNvCxnSpPr/>
          <p:nvPr/>
        </p:nvCxnSpPr>
        <p:spPr>
          <a:xfrm>
            <a:off x="257452" y="834501"/>
            <a:ext cx="83982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243D98-C23A-43DF-9670-767A44E45B3B}"/>
              </a:ext>
            </a:extLst>
          </p:cNvPr>
          <p:cNvSpPr txBox="1"/>
          <p:nvPr/>
        </p:nvSpPr>
        <p:spPr>
          <a:xfrm>
            <a:off x="257452" y="257452"/>
            <a:ext cx="83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Реализация жизненного цикла задачи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8E210E-AC6C-44AF-95BE-C539625DEC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47" t="41295" r="26310" b="33851"/>
          <a:stretch/>
        </p:blipFill>
        <p:spPr>
          <a:xfrm>
            <a:off x="2078852" y="1011743"/>
            <a:ext cx="7954392" cy="17045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4237EA-9C19-44F0-B9E0-C84CE088F9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18" t="53463" r="27039" b="21683"/>
          <a:stretch/>
        </p:blipFill>
        <p:spPr>
          <a:xfrm>
            <a:off x="2078851" y="2893496"/>
            <a:ext cx="7954393" cy="1704512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2FA732D-6834-46E4-9737-6DA71A5B171C}"/>
              </a:ext>
            </a:extLst>
          </p:cNvPr>
          <p:cNvSpPr/>
          <p:nvPr/>
        </p:nvSpPr>
        <p:spPr>
          <a:xfrm>
            <a:off x="2078851" y="5403363"/>
            <a:ext cx="1429305" cy="839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Открытый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C5EC389-AC14-4761-9CB3-37E891767B80}"/>
              </a:ext>
            </a:extLst>
          </p:cNvPr>
          <p:cNvSpPr/>
          <p:nvPr/>
        </p:nvSpPr>
        <p:spPr>
          <a:xfrm>
            <a:off x="4288282" y="5399236"/>
            <a:ext cx="1429305" cy="839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 работе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2E6B876-161A-479D-9A04-6B0008128950}"/>
              </a:ext>
            </a:extLst>
          </p:cNvPr>
          <p:cNvSpPr/>
          <p:nvPr/>
        </p:nvSpPr>
        <p:spPr>
          <a:xfrm>
            <a:off x="6497713" y="5399236"/>
            <a:ext cx="1429305" cy="839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 проверке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06CA8E9-CC1D-44CE-ACC4-590911733783}"/>
              </a:ext>
            </a:extLst>
          </p:cNvPr>
          <p:cNvSpPr/>
          <p:nvPr/>
        </p:nvSpPr>
        <p:spPr>
          <a:xfrm>
            <a:off x="8707144" y="5399236"/>
            <a:ext cx="1429305" cy="8395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Закрыта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209B026-1B2C-4C91-9ECF-07F21514D4B8}"/>
              </a:ext>
            </a:extLst>
          </p:cNvPr>
          <p:cNvCxnSpPr>
            <a:stCxn id="7" idx="3"/>
            <a:endCxn id="19" idx="1"/>
          </p:cNvCxnSpPr>
          <p:nvPr/>
        </p:nvCxnSpPr>
        <p:spPr>
          <a:xfrm flipV="1">
            <a:off x="3508156" y="5819032"/>
            <a:ext cx="780126" cy="4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9B879AE6-44C8-4722-A06E-ACA382A66B65}"/>
              </a:ext>
            </a:extLst>
          </p:cNvPr>
          <p:cNvCxnSpPr/>
          <p:nvPr/>
        </p:nvCxnSpPr>
        <p:spPr>
          <a:xfrm flipV="1">
            <a:off x="5717587" y="5823190"/>
            <a:ext cx="780126" cy="4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8B53D49-A202-464A-B14B-968074EE3796}"/>
              </a:ext>
            </a:extLst>
          </p:cNvPr>
          <p:cNvCxnSpPr/>
          <p:nvPr/>
        </p:nvCxnSpPr>
        <p:spPr>
          <a:xfrm flipV="1">
            <a:off x="7927018" y="5814905"/>
            <a:ext cx="780126" cy="4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03D5271-D9FE-4A35-B8B4-03D02ADBFA29}"/>
              </a:ext>
            </a:extLst>
          </p:cNvPr>
          <p:cNvCxnSpPr>
            <a:stCxn id="21" idx="0"/>
          </p:cNvCxnSpPr>
          <p:nvPr/>
        </p:nvCxnSpPr>
        <p:spPr>
          <a:xfrm flipH="1" flipV="1">
            <a:off x="9421796" y="4895844"/>
            <a:ext cx="1" cy="503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0367B2EF-E286-450C-B51F-1BAC8046ECC1}"/>
              </a:ext>
            </a:extLst>
          </p:cNvPr>
          <p:cNvCxnSpPr/>
          <p:nvPr/>
        </p:nvCxnSpPr>
        <p:spPr>
          <a:xfrm flipH="1">
            <a:off x="2793503" y="4895844"/>
            <a:ext cx="66282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E47F116-D8E6-4C91-8BF8-3970D90E9205}"/>
              </a:ext>
            </a:extLst>
          </p:cNvPr>
          <p:cNvCxnSpPr>
            <a:endCxn id="7" idx="0"/>
          </p:cNvCxnSpPr>
          <p:nvPr/>
        </p:nvCxnSpPr>
        <p:spPr>
          <a:xfrm>
            <a:off x="2793503" y="4895844"/>
            <a:ext cx="1" cy="507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75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page number">
            <a:extLst>
              <a:ext uri="{FF2B5EF4-FFF2-40B4-BE49-F238E27FC236}">
                <a16:creationId xmlns:a16="http://schemas.microsoft.com/office/drawing/2014/main" id="{81A9C515-2922-46EE-9595-987FE1A9680C}"/>
              </a:ext>
            </a:extLst>
          </p:cNvPr>
          <p:cNvGrpSpPr/>
          <p:nvPr/>
        </p:nvGrpSpPr>
        <p:grpSpPr>
          <a:xfrm>
            <a:off x="11422855" y="6242955"/>
            <a:ext cx="457156" cy="365125"/>
            <a:chOff x="11422855" y="6242955"/>
            <a:chExt cx="457156" cy="365125"/>
          </a:xfrm>
        </p:grpSpPr>
        <p:sp>
          <p:nvSpPr>
            <p:cNvPr id="11" name="page number">
              <a:extLst>
                <a:ext uri="{FF2B5EF4-FFF2-40B4-BE49-F238E27FC236}">
                  <a16:creationId xmlns:a16="http://schemas.microsoft.com/office/drawing/2014/main" id="{F1E26E1E-6172-40E1-ADD5-644574586879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7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rectangles">
              <a:extLst>
                <a:ext uri="{FF2B5EF4-FFF2-40B4-BE49-F238E27FC236}">
                  <a16:creationId xmlns:a16="http://schemas.microsoft.com/office/drawing/2014/main" id="{F863B706-6EB9-4B6B-8A89-756CA429D8ED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3" name="rectangle">
                <a:extLst>
                  <a:ext uri="{FF2B5EF4-FFF2-40B4-BE49-F238E27FC236}">
                    <a16:creationId xmlns:a16="http://schemas.microsoft.com/office/drawing/2014/main" id="{67D06FD4-79D9-4C6C-AB08-EB37D878B768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rectangle">
                <a:extLst>
                  <a:ext uri="{FF2B5EF4-FFF2-40B4-BE49-F238E27FC236}">
                    <a16:creationId xmlns:a16="http://schemas.microsoft.com/office/drawing/2014/main" id="{BF2211AF-C66F-4CCA-A780-5E80FAE39454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rectangle">
                <a:extLst>
                  <a:ext uri="{FF2B5EF4-FFF2-40B4-BE49-F238E27FC236}">
                    <a16:creationId xmlns:a16="http://schemas.microsoft.com/office/drawing/2014/main" id="{F70AFA75-21D9-4813-8C2B-A8AE316B9422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C675F99D-7D60-4462-8147-6B0833673273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17" name="Рисунок 16" descr="Изображение выглядит как текст, логотип, эмблем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6A21CF10-051E-12E8-7FFC-2821B4BC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365" y="92765"/>
            <a:ext cx="1843835" cy="1037411"/>
          </a:xfrm>
          <a:prstGeom prst="rect">
            <a:avLst/>
          </a:prstGeom>
        </p:spPr>
      </p:pic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B432E2D-42D9-4FB2-9F80-B31101F8D1A4}"/>
              </a:ext>
            </a:extLst>
          </p:cNvPr>
          <p:cNvCxnSpPr/>
          <p:nvPr/>
        </p:nvCxnSpPr>
        <p:spPr>
          <a:xfrm>
            <a:off x="257452" y="834501"/>
            <a:ext cx="83982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243D98-C23A-43DF-9670-767A44E45B3B}"/>
              </a:ext>
            </a:extLst>
          </p:cNvPr>
          <p:cNvSpPr txBox="1"/>
          <p:nvPr/>
        </p:nvSpPr>
        <p:spPr>
          <a:xfrm>
            <a:off x="257452" y="257452"/>
            <a:ext cx="8336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/>
              <a:t>Реализация пользовательского интерфейса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A9D18D-7EE1-4840-A34E-DEA72F20E1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05" t="52168" r="63810" b="10291"/>
          <a:stretch/>
        </p:blipFill>
        <p:spPr>
          <a:xfrm>
            <a:off x="523782" y="1974831"/>
            <a:ext cx="4432707" cy="2908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6596FF-18B9-435E-82C0-AEB4FDF95733}"/>
              </a:ext>
            </a:extLst>
          </p:cNvPr>
          <p:cNvSpPr txBox="1"/>
          <p:nvPr/>
        </p:nvSpPr>
        <p:spPr>
          <a:xfrm>
            <a:off x="5397623" y="1417167"/>
            <a:ext cx="6391922" cy="4023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Функциональность</a:t>
            </a:r>
            <a:r>
              <a:rPr lang="en-US" sz="16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6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пункты</a:t>
            </a:r>
            <a:r>
              <a:rPr lang="en-US" sz="16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меню</a:t>
            </a:r>
            <a:r>
              <a:rPr lang="en-US" sz="1600" b="1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1. Создать задачу.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2. Показать все задачи.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3. Показать карточку задачи.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4. Продвинуть статус.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5. Вернуть задачу в работу.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6. Фильтрация по исполнителю.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7. Фильтрация по приоритету.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8. </a:t>
            </a:r>
            <a:r>
              <a:rPr lang="ru-RU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Канбан</a:t>
            </a: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-доска.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9. Статистика.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10.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Удалить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задачу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0. </a:t>
            </a:r>
            <a:r>
              <a:rPr lang="en-US" sz="16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Выход</a:t>
            </a:r>
            <a:r>
              <a:rPr lang="en-US" sz="16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188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ectangles">
            <a:extLst>
              <a:ext uri="{FF2B5EF4-FFF2-40B4-BE49-F238E27FC236}">
                <a16:creationId xmlns:a16="http://schemas.microsoft.com/office/drawing/2014/main" id="{1D3C2D23-841F-4EF9-9B7C-3DBFE0203329}"/>
              </a:ext>
            </a:extLst>
          </p:cNvPr>
          <p:cNvGrpSpPr/>
          <p:nvPr/>
        </p:nvGrpSpPr>
        <p:grpSpPr>
          <a:xfrm>
            <a:off x="0" y="5374434"/>
            <a:ext cx="12192000" cy="189470"/>
            <a:chOff x="0" y="2512541"/>
            <a:chExt cx="12192000" cy="189470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7608F51B-46F0-4C77-93AF-513543D4814D}"/>
                </a:ext>
              </a:extLst>
            </p:cNvPr>
            <p:cNvSpPr/>
            <p:nvPr/>
          </p:nvSpPr>
          <p:spPr>
            <a:xfrm>
              <a:off x="0" y="2512541"/>
              <a:ext cx="3048000" cy="189470"/>
            </a:xfrm>
            <a:prstGeom prst="rect">
              <a:avLst/>
            </a:prstGeom>
            <a:solidFill>
              <a:srgbClr val="ABC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35A7F428-4552-495D-A7C8-4BA941ACBA26}"/>
                </a:ext>
              </a:extLst>
            </p:cNvPr>
            <p:cNvSpPr/>
            <p:nvPr/>
          </p:nvSpPr>
          <p:spPr>
            <a:xfrm>
              <a:off x="3048000" y="2512541"/>
              <a:ext cx="3048000" cy="189470"/>
            </a:xfrm>
            <a:prstGeom prst="rect">
              <a:avLst/>
            </a:prstGeom>
            <a:solidFill>
              <a:srgbClr val="4F9B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7FB906F2-1BD0-4E7C-867B-D7BD45BE9038}"/>
                </a:ext>
              </a:extLst>
            </p:cNvPr>
            <p:cNvSpPr/>
            <p:nvPr/>
          </p:nvSpPr>
          <p:spPr>
            <a:xfrm>
              <a:off x="6096000" y="2512541"/>
              <a:ext cx="3048000" cy="189470"/>
            </a:xfrm>
            <a:prstGeom prst="rect">
              <a:avLst/>
            </a:prstGeom>
            <a:solidFill>
              <a:srgbClr val="124D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7884C471-BC70-4F0A-97DE-139CC61B5FF7}"/>
                </a:ext>
              </a:extLst>
            </p:cNvPr>
            <p:cNvSpPr/>
            <p:nvPr/>
          </p:nvSpPr>
          <p:spPr>
            <a:xfrm>
              <a:off x="9144000" y="2512541"/>
              <a:ext cx="3048000" cy="189470"/>
            </a:xfrm>
            <a:prstGeom prst="rect">
              <a:avLst/>
            </a:prstGeom>
            <a:solidFill>
              <a:srgbClr val="0B2D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main title">
            <a:extLst>
              <a:ext uri="{FF2B5EF4-FFF2-40B4-BE49-F238E27FC236}">
                <a16:creationId xmlns:a16="http://schemas.microsoft.com/office/drawing/2014/main" id="{8A1E8062-5803-4264-83E2-CBFD1FAFAD4D}"/>
              </a:ext>
            </a:extLst>
          </p:cNvPr>
          <p:cNvSpPr txBox="1"/>
          <p:nvPr/>
        </p:nvSpPr>
        <p:spPr>
          <a:xfrm>
            <a:off x="4129757" y="5809285"/>
            <a:ext cx="3932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0B2D5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grpSp>
        <p:nvGrpSpPr>
          <p:cNvPr id="13" name="page number">
            <a:extLst>
              <a:ext uri="{FF2B5EF4-FFF2-40B4-BE49-F238E27FC236}">
                <a16:creationId xmlns:a16="http://schemas.microsoft.com/office/drawing/2014/main" id="{1EDF4B45-6154-4F2B-8437-69BB7CFA105A}"/>
              </a:ext>
            </a:extLst>
          </p:cNvPr>
          <p:cNvGrpSpPr/>
          <p:nvPr/>
        </p:nvGrpSpPr>
        <p:grpSpPr>
          <a:xfrm>
            <a:off x="11348815" y="6242955"/>
            <a:ext cx="531196" cy="365125"/>
            <a:chOff x="11422855" y="6242955"/>
            <a:chExt cx="457156" cy="365125"/>
          </a:xfrm>
        </p:grpSpPr>
        <p:sp>
          <p:nvSpPr>
            <p:cNvPr id="14" name="page number">
              <a:extLst>
                <a:ext uri="{FF2B5EF4-FFF2-40B4-BE49-F238E27FC236}">
                  <a16:creationId xmlns:a16="http://schemas.microsoft.com/office/drawing/2014/main" id="{30B463D4-820E-41EF-BF3C-976EFADAF976}"/>
                </a:ext>
              </a:extLst>
            </p:cNvPr>
            <p:cNvSpPr txBox="1">
              <a:spLocks/>
            </p:cNvSpPr>
            <p:nvPr/>
          </p:nvSpPr>
          <p:spPr>
            <a:xfrm>
              <a:off x="11422855" y="6242955"/>
              <a:ext cx="397669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ru-RU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8004FF5B-EC31-4260-BC73-B698F9B6DD2F}" type="slidenum">
                <a:rPr lang="ru-RU" sz="1600" smtClean="0">
                  <a:solidFill>
                    <a:srgbClr val="0A2C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pPr/>
                <a:t>8</a:t>
              </a:fld>
              <a:endParaRPr lang="ru-RU" sz="1600" dirty="0">
                <a:solidFill>
                  <a:srgbClr val="0A2C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rectangles">
              <a:extLst>
                <a:ext uri="{FF2B5EF4-FFF2-40B4-BE49-F238E27FC236}">
                  <a16:creationId xmlns:a16="http://schemas.microsoft.com/office/drawing/2014/main" id="{CAC44492-119C-41B4-AA7C-EC0D23746605}"/>
                </a:ext>
              </a:extLst>
            </p:cNvPr>
            <p:cNvGrpSpPr/>
            <p:nvPr/>
          </p:nvGrpSpPr>
          <p:grpSpPr>
            <a:xfrm>
              <a:off x="11832703" y="6305825"/>
              <a:ext cx="47308" cy="239384"/>
              <a:chOff x="11832703" y="6305825"/>
              <a:chExt cx="47308" cy="239384"/>
            </a:xfrm>
          </p:grpSpPr>
          <p:sp>
            <p:nvSpPr>
              <p:cNvPr id="16" name="rectangle">
                <a:extLst>
                  <a:ext uri="{FF2B5EF4-FFF2-40B4-BE49-F238E27FC236}">
                    <a16:creationId xmlns:a16="http://schemas.microsoft.com/office/drawing/2014/main" id="{DA7939C7-5B3A-4DCD-927C-44A3B4AF1D76}"/>
                  </a:ext>
                </a:extLst>
              </p:cNvPr>
              <p:cNvSpPr/>
              <p:nvPr/>
            </p:nvSpPr>
            <p:spPr>
              <a:xfrm>
                <a:off x="11832703" y="6305825"/>
                <a:ext cx="47308" cy="45719"/>
              </a:xfrm>
              <a:prstGeom prst="rect">
                <a:avLst/>
              </a:prstGeom>
              <a:solidFill>
                <a:srgbClr val="AB1F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">
                <a:extLst>
                  <a:ext uri="{FF2B5EF4-FFF2-40B4-BE49-F238E27FC236}">
                    <a16:creationId xmlns:a16="http://schemas.microsoft.com/office/drawing/2014/main" id="{CDBCABD0-266F-4415-856E-4EC9AD5E93B8}"/>
                  </a:ext>
                </a:extLst>
              </p:cNvPr>
              <p:cNvSpPr/>
              <p:nvPr/>
            </p:nvSpPr>
            <p:spPr>
              <a:xfrm>
                <a:off x="11832703" y="6370380"/>
                <a:ext cx="47308" cy="45719"/>
              </a:xfrm>
              <a:prstGeom prst="rect">
                <a:avLst/>
              </a:prstGeom>
              <a:solidFill>
                <a:srgbClr val="86BA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rectangle">
                <a:extLst>
                  <a:ext uri="{FF2B5EF4-FFF2-40B4-BE49-F238E27FC236}">
                    <a16:creationId xmlns:a16="http://schemas.microsoft.com/office/drawing/2014/main" id="{7FC3A1E2-F2DB-45DE-8010-8D1B818102C3}"/>
                  </a:ext>
                </a:extLst>
              </p:cNvPr>
              <p:cNvSpPr/>
              <p:nvPr/>
            </p:nvSpPr>
            <p:spPr>
              <a:xfrm>
                <a:off x="11832703" y="6434935"/>
                <a:ext cx="47308" cy="45719"/>
              </a:xfrm>
              <a:prstGeom prst="rect">
                <a:avLst/>
              </a:prstGeom>
              <a:solidFill>
                <a:srgbClr val="0B2D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rectangle">
                <a:extLst>
                  <a:ext uri="{FF2B5EF4-FFF2-40B4-BE49-F238E27FC236}">
                    <a16:creationId xmlns:a16="http://schemas.microsoft.com/office/drawing/2014/main" id="{B7D6BF6D-EDA6-4E0D-BC64-8F42699E4DCC}"/>
                  </a:ext>
                </a:extLst>
              </p:cNvPr>
              <p:cNvSpPr/>
              <p:nvPr/>
            </p:nvSpPr>
            <p:spPr>
              <a:xfrm>
                <a:off x="11832703" y="6499490"/>
                <a:ext cx="47308" cy="45719"/>
              </a:xfrm>
              <a:prstGeom prst="rect">
                <a:avLst/>
              </a:prstGeom>
              <a:solidFill>
                <a:srgbClr val="1864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pic>
        <p:nvPicPr>
          <p:cNvPr id="3" name="Рисунок 2" descr="Изображение выглядит как на открытом воздухе, небо, дерев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DACC04C5-144B-47C9-D097-0E04A102D7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87"/>
          <a:stretch/>
        </p:blipFill>
        <p:spPr>
          <a:xfrm>
            <a:off x="0" y="0"/>
            <a:ext cx="12192000" cy="535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513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рэу">
      <a:dk1>
        <a:srgbClr val="0B2D50"/>
      </a:dk1>
      <a:lt1>
        <a:sysClr val="window" lastClr="FFFFFF"/>
      </a:lt1>
      <a:dk2>
        <a:srgbClr val="0B2D50"/>
      </a:dk2>
      <a:lt2>
        <a:srgbClr val="FFFFFF"/>
      </a:lt2>
      <a:accent1>
        <a:srgbClr val="0B2D50"/>
      </a:accent1>
      <a:accent2>
        <a:srgbClr val="AB1F03"/>
      </a:accent2>
      <a:accent3>
        <a:srgbClr val="C69F5A"/>
      </a:accent3>
      <a:accent4>
        <a:srgbClr val="1864B0"/>
      </a:accent4>
      <a:accent5>
        <a:srgbClr val="86BAEE"/>
      </a:accent5>
      <a:accent6>
        <a:srgbClr val="2A86E2"/>
      </a:accent6>
      <a:hlink>
        <a:srgbClr val="0563C1"/>
      </a:hlink>
      <a:folHlink>
        <a:srgbClr val="954F72"/>
      </a:folHlink>
    </a:clrScheme>
    <a:fontScheme name="рэу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450</Words>
  <Application>Microsoft Office PowerPoint</Application>
  <PresentationFormat>Широкоэкранный</PresentationFormat>
  <Paragraphs>74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Arial Narrow</vt:lpstr>
      <vt:lpstr>Calibri</vt:lpstr>
      <vt:lpstr>Consolas</vt:lpstr>
      <vt:lpstr>Courier New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Бахметьева Татьяна Александровна</dc:creator>
  <cp:lastModifiedBy>Дарья</cp:lastModifiedBy>
  <cp:revision>58</cp:revision>
  <dcterms:created xsi:type="dcterms:W3CDTF">2022-12-06T06:31:10Z</dcterms:created>
  <dcterms:modified xsi:type="dcterms:W3CDTF">2026-05-26T01:00:53Z</dcterms:modified>
</cp:coreProperties>
</file>